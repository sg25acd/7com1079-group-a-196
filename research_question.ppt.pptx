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9"/>
  </p:notesMasterIdLst>
  <p:handoutMasterIdLst>
    <p:handoutMasterId r:id="rId10"/>
  </p:handoutMasterIdLst>
  <p:sldIdLst>
    <p:sldId id="289" r:id="rId5"/>
    <p:sldId id="340" r:id="rId6"/>
    <p:sldId id="329" r:id="rId7"/>
    <p:sldId id="336" r:id="rId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3249" userDrawn="1">
          <p15:clr>
            <a:srgbClr val="A4A3A4"/>
          </p15:clr>
        </p15:guide>
        <p15:guide id="4" pos="7068" userDrawn="1">
          <p15:clr>
            <a:srgbClr val="A4A3A4"/>
          </p15:clr>
        </p15:guide>
        <p15:guide id="5" orient="horz" pos="13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97CBE"/>
    <a:srgbClr val="85509A"/>
    <a:srgbClr val="714484"/>
    <a:srgbClr val="0073CF"/>
    <a:srgbClr val="203232"/>
    <a:srgbClr val="30454F"/>
    <a:srgbClr val="1295D8"/>
    <a:srgbClr val="004A5C"/>
    <a:srgbClr val="0093B6"/>
    <a:srgbClr val="00B9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B1EB13-4B4A-3A65-7705-B39B10420BC6}" v="11" dt="2025-11-07T13:21:13.889"/>
    <p1510:client id="{94404E7A-4EB2-D0DE-A758-3B2FEF7E6025}" v="1178" dt="2025-11-07T14:31:40.79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80" d="100"/>
          <a:sy n="80" d="100"/>
        </p:scale>
        <p:origin x="754" y="58"/>
      </p:cViewPr>
      <p:guideLst>
        <p:guide orient="horz" pos="2160"/>
        <p:guide pos="3840"/>
        <p:guide orient="horz" pos="3249"/>
        <p:guide pos="7068"/>
        <p:guide orient="horz" pos="13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8966F2-21A1-4B2B-ADA6-AD0BB447B7C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1468BB-CDF2-4507-B4EF-7B369D307A4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3FAAC3A-BD1F-4A00-9099-74B95789FE00}" type="datetimeFigureOut">
              <a:rPr lang="en-GB" smtClean="0"/>
              <a:pPr/>
              <a:t>30/11/2025</a:t>
            </a:fld>
            <a:endParaRPr lang="en-GB"/>
          </a:p>
        </p:txBody>
      </p:sp>
      <p:sp>
        <p:nvSpPr>
          <p:cNvPr id="4" name="Footer Placeholder 3">
            <a:extLst>
              <a:ext uri="{FF2B5EF4-FFF2-40B4-BE49-F238E27FC236}">
                <a16:creationId xmlns:a16="http://schemas.microsoft.com/office/drawing/2014/main" id="{904BCF7D-6037-48D3-84E5-56B8B055214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D619E732-656C-4BB5-ACCB-1568C5C66DD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51D9-0FEB-436E-9280-D6033F603547}" type="slidenum">
              <a:rPr lang="en-GB" smtClean="0"/>
              <a:pPr/>
              <a:t>‹#›</a:t>
            </a:fld>
            <a:endParaRPr lang="en-GB"/>
          </a:p>
        </p:txBody>
      </p:sp>
    </p:spTree>
    <p:extLst>
      <p:ext uri="{BB962C8B-B14F-4D97-AF65-F5344CB8AC3E}">
        <p14:creationId xmlns:p14="http://schemas.microsoft.com/office/powerpoint/2010/main" val="227058406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359C8A-39F6-4045-9163-4042C4C26B15}" type="datetimeFigureOut">
              <a:rPr lang="en-GB" smtClean="0"/>
              <a:pPr/>
              <a:t>30/11/2025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0370952-48CC-46D7-9FCD-59FAD40CC025}" type="slidenum">
              <a:rPr lang="en-GB" smtClean="0"/>
              <a:pPr/>
              <a:t>‹#›</a:t>
            </a:fld>
            <a:endParaRPr lang="en-GB"/>
          </a:p>
        </p:txBody>
      </p:sp>
    </p:spTree>
    <p:extLst>
      <p:ext uri="{BB962C8B-B14F-4D97-AF65-F5344CB8AC3E}">
        <p14:creationId xmlns:p14="http://schemas.microsoft.com/office/powerpoint/2010/main" val="30102317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2</a:t>
            </a:fld>
            <a:endParaRPr lang="en-GB"/>
          </a:p>
        </p:txBody>
      </p:sp>
    </p:spTree>
    <p:extLst>
      <p:ext uri="{BB962C8B-B14F-4D97-AF65-F5344CB8AC3E}">
        <p14:creationId xmlns:p14="http://schemas.microsoft.com/office/powerpoint/2010/main" val="39567185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Before specifying your Research Question you must define the type of data you are analysing.  Are the variables you select interval data (measurement data you can divide, multiple, etc),  OR are they ordinal (there is a definite order but the intervals between each variable are not necessarily equal, or the terms might be subjective like in a </a:t>
            </a:r>
            <a:r>
              <a:rPr lang="en-GB" err="1"/>
              <a:t>likert</a:t>
            </a:r>
            <a:r>
              <a:rPr lang="en-GB"/>
              <a:t> scale); OR are they just categorical/nominal (Items such as film names, cities, etc., that you can count numbers of occurrences?   You also need to understand whether the variable is either dependent or independent and this will vary according to the context. Independent variables may cause an effect, whereas the dependent variable might be effected by the independent variable.  Check the lecture notes on the RQ for more information and examples.  </a:t>
            </a:r>
          </a:p>
          <a:p>
            <a:endParaRPr lang="en-GB"/>
          </a:p>
          <a:p>
            <a:r>
              <a:rPr lang="en-GB"/>
              <a:t>You will get only one opportunity to present your Research Question ahead of the submission date.  Have your questions ready, and be ready to take notes on feedback.</a:t>
            </a:r>
          </a:p>
        </p:txBody>
      </p:sp>
      <p:sp>
        <p:nvSpPr>
          <p:cNvPr id="4" name="Slide Number Placeholder 3"/>
          <p:cNvSpPr>
            <a:spLocks noGrp="1"/>
          </p:cNvSpPr>
          <p:nvPr>
            <p:ph type="sldNum" sz="quarter" idx="5"/>
          </p:nvPr>
        </p:nvSpPr>
        <p:spPr/>
        <p:txBody>
          <a:bodyPr/>
          <a:lstStyle/>
          <a:p>
            <a:fld id="{30370952-48CC-46D7-9FCD-59FAD40CC025}" type="slidenum">
              <a:rPr lang="en-GB" smtClean="0"/>
              <a:pPr/>
              <a:t>3</a:t>
            </a:fld>
            <a:endParaRPr lang="en-GB"/>
          </a:p>
        </p:txBody>
      </p:sp>
    </p:spTree>
    <p:extLst>
      <p:ext uri="{BB962C8B-B14F-4D97-AF65-F5344CB8AC3E}">
        <p14:creationId xmlns:p14="http://schemas.microsoft.com/office/powerpoint/2010/main" val="29059414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30370952-48CC-46D7-9FCD-59FAD40CC025}" type="slidenum">
              <a:rPr lang="en-GB" smtClean="0"/>
              <a:pPr/>
              <a:t>4</a:t>
            </a:fld>
            <a:endParaRPr lang="en-GB"/>
          </a:p>
        </p:txBody>
      </p:sp>
    </p:spTree>
    <p:extLst>
      <p:ext uri="{BB962C8B-B14F-4D97-AF65-F5344CB8AC3E}">
        <p14:creationId xmlns:p14="http://schemas.microsoft.com/office/powerpoint/2010/main" val="266798494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descr="University of Hertfordshire logo">
            <a:extLst>
              <a:ext uri="{FF2B5EF4-FFF2-40B4-BE49-F238E27FC236}">
                <a16:creationId xmlns:a16="http://schemas.microsoft.com/office/drawing/2014/main" id="{16E4BB13-0D32-AA4A-BF91-2B76A7C18242}"/>
              </a:ext>
            </a:extLst>
          </p:cNvPr>
          <p:cNvPicPr>
            <a:picLocks noChangeAspect="1"/>
          </p:cNvPicPr>
          <p:nvPr userDrawn="1"/>
        </p:nvPicPr>
        <p:blipFill>
          <a:blip r:embed="rId3">
            <a:extLst>
              <a:ext uri="{28A0092B-C50C-407E-A947-70E740481C1C}">
                <a14:useLocalDpi xmlns:a14="http://schemas.microsoft.com/office/drawing/2010/main"/>
              </a:ext>
            </a:extLst>
          </a:blip>
          <a:stretch>
            <a:fillRect/>
          </a:stretch>
        </p:blipFill>
        <p:spPr>
          <a:xfrm>
            <a:off x="2844000" y="2854800"/>
            <a:ext cx="6501600" cy="1153633"/>
          </a:xfrm>
          <a:prstGeom prst="rect">
            <a:avLst/>
          </a:prstGeom>
        </p:spPr>
      </p:pic>
    </p:spTree>
    <p:extLst>
      <p:ext uri="{BB962C8B-B14F-4D97-AF65-F5344CB8AC3E}">
        <p14:creationId xmlns:p14="http://schemas.microsoft.com/office/powerpoint/2010/main" val="2758167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Section divider">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81B53D-9933-445F-9B68-E730EB38A5A9}"/>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bg1"/>
                </a:solidFill>
              </a:defRPr>
            </a:lvl1pPr>
          </a:lstStyle>
          <a:p>
            <a:r>
              <a:rPr lang="en-US"/>
              <a:t>Click to edit master title</a:t>
            </a:r>
            <a:endParaRPr lang="en-GB"/>
          </a:p>
        </p:txBody>
      </p:sp>
      <p:sp>
        <p:nvSpPr>
          <p:cNvPr id="3" name="Subtitle 2">
            <a:extLst>
              <a:ext uri="{FF2B5EF4-FFF2-40B4-BE49-F238E27FC236}">
                <a16:creationId xmlns:a16="http://schemas.microsoft.com/office/drawing/2014/main" id="{E2C6B9F5-608F-4534-96F0-C3A5E1A638A6}"/>
              </a:ext>
            </a:extLst>
          </p:cNvPr>
          <p:cNvSpPr>
            <a:spLocks noGrp="1"/>
          </p:cNvSpPr>
          <p:nvPr>
            <p:ph type="subTitle" idx="1" hasCustomPrompt="1"/>
          </p:nvPr>
        </p:nvSpPr>
        <p:spPr>
          <a:xfrm>
            <a:off x="954000" y="1890000"/>
            <a:ext cx="10031156" cy="360000"/>
          </a:xfrm>
        </p:spPr>
        <p:txBody>
          <a:bodyPr lIns="0" tIns="0" rIns="0" bIns="0">
            <a:noAutofit/>
          </a:bodyPr>
          <a:lstStyle>
            <a:lvl1pPr marL="0" indent="0" algn="l">
              <a:buNone/>
              <a:defRPr sz="3600" b="1" kern="3000" spc="-100" baseline="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pic>
        <p:nvPicPr>
          <p:cNvPr id="8" name="Picture 7" descr="A picture containing drawing&#10;&#10;Description automatically generated">
            <a:extLst>
              <a:ext uri="{FF2B5EF4-FFF2-40B4-BE49-F238E27FC236}">
                <a16:creationId xmlns:a16="http://schemas.microsoft.com/office/drawing/2014/main" id="{BCCF2CA0-CCE3-4304-8F31-4D1CC50BCBD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954000" y="5511600"/>
            <a:ext cx="2242800" cy="397959"/>
          </a:xfrm>
          <a:prstGeom prst="rect">
            <a:avLst/>
          </a:prstGeom>
        </p:spPr>
      </p:pic>
    </p:spTree>
    <p:extLst>
      <p:ext uri="{BB962C8B-B14F-4D97-AF65-F5344CB8AC3E}">
        <p14:creationId xmlns:p14="http://schemas.microsoft.com/office/powerpoint/2010/main" val="1713616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page">
    <p:bg>
      <p:bgPr>
        <a:solidFill>
          <a:schemeClr val="bg1"/>
        </a:solidFill>
        <a:effectLst/>
      </p:bgPr>
    </p:bg>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E2C6B9F5-608F-4534-96F0-C3A5E1A638A6}"/>
              </a:ext>
            </a:extLst>
          </p:cNvPr>
          <p:cNvSpPr>
            <a:spLocks noGrp="1"/>
          </p:cNvSpPr>
          <p:nvPr>
            <p:ph type="subTitle" idx="1"/>
          </p:nvPr>
        </p:nvSpPr>
        <p:spPr>
          <a:xfrm>
            <a:off x="954000" y="1890000"/>
            <a:ext cx="7200000" cy="360000"/>
          </a:xfrm>
        </p:spPr>
        <p:txBody>
          <a:bodyPr lIns="0" tIns="0" rIns="0" bIns="0">
            <a:noAutofit/>
          </a:bodyPr>
          <a:lstStyle>
            <a:lvl1pPr marL="0" indent="0" algn="l">
              <a:buNone/>
              <a:defRPr sz="3600" b="1" kern="3000" spc="-100"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5" name="Footer Placeholder 4">
            <a:extLst>
              <a:ext uri="{FF2B5EF4-FFF2-40B4-BE49-F238E27FC236}">
                <a16:creationId xmlns:a16="http://schemas.microsoft.com/office/drawing/2014/main" id="{0540E7B9-9AC6-4E42-A931-6FF91E6494A1}"/>
              </a:ext>
            </a:extLst>
          </p:cNvPr>
          <p:cNvSpPr>
            <a:spLocks noGrp="1"/>
          </p:cNvSpPr>
          <p:nvPr>
            <p:ph type="ftr" sz="quarter" idx="11"/>
          </p:nvPr>
        </p:nvSpPr>
        <p:spPr>
          <a:xfrm>
            <a:off x="965289" y="791022"/>
            <a:ext cx="7176911" cy="230832"/>
          </a:xfrm>
        </p:spPr>
        <p:txBody>
          <a:bodyPr>
            <a:noAutofit/>
          </a:bodyPr>
          <a:lstStyle>
            <a:lvl1pPr>
              <a:defRPr>
                <a:solidFill>
                  <a:srgbClr val="8F9898"/>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FB16D645-6420-4785-8316-43EF780FA589}"/>
              </a:ext>
            </a:extLst>
          </p:cNvPr>
          <p:cNvSpPr>
            <a:spLocks noGrp="1"/>
          </p:cNvSpPr>
          <p:nvPr>
            <p:ph type="sldNum" sz="quarter" idx="12"/>
          </p:nvPr>
        </p:nvSpPr>
        <p:spPr>
          <a:xfrm>
            <a:off x="10616400" y="791022"/>
            <a:ext cx="622800" cy="230832"/>
          </a:xfrm>
        </p:spPr>
        <p:txBody>
          <a:bodyPr wrap="square">
            <a:noAutofit/>
          </a:bodyPr>
          <a:lstStyle>
            <a:lvl1pPr>
              <a:defRPr>
                <a:solidFill>
                  <a:srgbClr val="8F9898"/>
                </a:solidFill>
              </a:defRPr>
            </a:lvl1pPr>
          </a:lstStyle>
          <a:p>
            <a:fld id="{E4D355CA-84B7-41B1-B164-8BB439CC7C6B}" type="slidenum">
              <a:rPr lang="en-GB" smtClean="0"/>
              <a:pPr/>
              <a:t>‹#›</a:t>
            </a:fld>
            <a:endParaRPr lang="en-GB"/>
          </a:p>
        </p:txBody>
      </p:sp>
      <p:sp>
        <p:nvSpPr>
          <p:cNvPr id="9" name="Title 1">
            <a:extLst>
              <a:ext uri="{FF2B5EF4-FFF2-40B4-BE49-F238E27FC236}">
                <a16:creationId xmlns:a16="http://schemas.microsoft.com/office/drawing/2014/main" id="{E9449821-0D0D-644D-97A3-D56097A9C6DA}"/>
              </a:ext>
            </a:extLst>
          </p:cNvPr>
          <p:cNvSpPr>
            <a:spLocks noGrp="1"/>
          </p:cNvSpPr>
          <p:nvPr>
            <p:ph type="ctrTitle" hasCustomPrompt="1"/>
          </p:nvPr>
        </p:nvSpPr>
        <p:spPr>
          <a:xfrm>
            <a:off x="953999" y="2579715"/>
            <a:ext cx="10031157" cy="2160000"/>
          </a:xfrm>
        </p:spPr>
        <p:txBody>
          <a:bodyPr anchor="t" anchorCtr="0">
            <a:normAutofit/>
          </a:bodyPr>
          <a:lstStyle>
            <a:lvl1pPr algn="l">
              <a:lnSpc>
                <a:spcPts val="8000"/>
              </a:lnSpc>
              <a:defRPr sz="7500" b="1" kern="3000" spc="-200" baseline="0">
                <a:solidFill>
                  <a:schemeClr val="tx1"/>
                </a:solidFill>
              </a:defRPr>
            </a:lvl1pPr>
          </a:lstStyle>
          <a:p>
            <a:r>
              <a:rPr lang="en-US"/>
              <a:t>Click to edit master title</a:t>
            </a:r>
            <a:endParaRPr lang="en-GB"/>
          </a:p>
        </p:txBody>
      </p:sp>
      <p:sp>
        <p:nvSpPr>
          <p:cNvPr id="10" name="Rectangle 9">
            <a:extLst>
              <a:ext uri="{FF2B5EF4-FFF2-40B4-BE49-F238E27FC236}">
                <a16:creationId xmlns:a16="http://schemas.microsoft.com/office/drawing/2014/main" id="{44F6EB17-8019-7B4E-B53C-76B057A7C31F}"/>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pic>
        <p:nvPicPr>
          <p:cNvPr id="11" name="Picture 10">
            <a:extLst>
              <a:ext uri="{FF2B5EF4-FFF2-40B4-BE49-F238E27FC236}">
                <a16:creationId xmlns:a16="http://schemas.microsoft.com/office/drawing/2014/main" id="{0503EF50-F00F-9643-BE53-F0A5272FC4B2}"/>
              </a:ext>
            </a:extLst>
          </p:cNvPr>
          <p:cNvPicPr>
            <a:picLocks noChangeAspect="1"/>
          </p:cNvPicPr>
          <p:nvPr userDrawn="1"/>
        </p:nvPicPr>
        <p:blipFill>
          <a:blip r:embed="rId2"/>
          <a:stretch>
            <a:fillRect/>
          </a:stretch>
        </p:blipFill>
        <p:spPr>
          <a:xfrm>
            <a:off x="953998" y="5517266"/>
            <a:ext cx="2244881" cy="396903"/>
          </a:xfrm>
          <a:prstGeom prst="rect">
            <a:avLst/>
          </a:prstGeom>
        </p:spPr>
      </p:pic>
    </p:spTree>
    <p:extLst>
      <p:ext uri="{BB962C8B-B14F-4D97-AF65-F5344CB8AC3E}">
        <p14:creationId xmlns:p14="http://schemas.microsoft.com/office/powerpoint/2010/main" val="4108207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itle and Two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981FBDFA-876B-4255-A301-F62F1EDD8D66}"/>
              </a:ext>
            </a:extLst>
          </p:cNvPr>
          <p:cNvSpPr>
            <a:spLocks noGrp="1"/>
          </p:cNvSpPr>
          <p:nvPr>
            <p:ph sz="half" idx="1" hasCustomPrompt="1"/>
          </p:nvPr>
        </p:nvSpPr>
        <p:spPr>
          <a:xfrm>
            <a:off x="973668" y="2717444"/>
            <a:ext cx="4903200"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lvl="0"/>
            <a:r>
              <a:rPr lang="en-GB"/>
              <a:t>Add Text</a:t>
            </a:r>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6336000" y="2717444"/>
            <a:ext cx="4456800" cy="3175200"/>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dirty="0" smtClean="0">
                <a:solidFill>
                  <a:srgbClr val="203232"/>
                </a:solidFill>
              </a:defRPr>
            </a:lvl1pPr>
            <a:lvl2pPr>
              <a:defRPr lang="en-US" dirty="0" smtClean="0"/>
            </a:lvl2pPr>
            <a:lvl3pPr>
              <a:defRPr lang="en-GB" dirty="0"/>
            </a:lvl3pPr>
            <a:lvl4pPr>
              <a:defRPr/>
            </a:lvl4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62A19DAE-53D8-4F04-A4B9-B6EDFC23886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accent1"/>
              </a:solidFill>
            </a:endParaRPr>
          </a:p>
        </p:txBody>
      </p:sp>
    </p:spTree>
    <p:extLst>
      <p:ext uri="{BB962C8B-B14F-4D97-AF65-F5344CB8AC3E}">
        <p14:creationId xmlns:p14="http://schemas.microsoft.com/office/powerpoint/2010/main" val="1288463762"/>
      </p:ext>
    </p:extLst>
  </p:cSld>
  <p:clrMapOvr>
    <a:masterClrMapping/>
  </p:clrMapOvr>
  <p:extLst>
    <p:ext uri="{DCECCB84-F9BA-43D5-87BE-67443E8EF086}">
      <p15:sldGuideLst xmlns:p15="http://schemas.microsoft.com/office/powerpoint/2012/main">
        <p15:guide id="2" pos="6805" userDrawn="1">
          <p15:clr>
            <a:srgbClr val="FBAE40"/>
          </p15:clr>
        </p15:guide>
        <p15:guide id="3" pos="3989" userDrawn="1">
          <p15:clr>
            <a:srgbClr val="FBAE40"/>
          </p15:clr>
        </p15:guide>
        <p15:guide id="4" pos="3705"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2717600"/>
            <a:ext cx="10251722" cy="31752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2132218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Title and Content Lar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DE70B5-BA04-4DB3-853D-A1C05ADF828C}"/>
              </a:ext>
            </a:extLst>
          </p:cNvPr>
          <p:cNvSpPr>
            <a:spLocks noGrp="1"/>
          </p:cNvSpPr>
          <p:nvPr>
            <p:ph type="title" hasCustomPrompt="1"/>
          </p:nvPr>
        </p:nvSpPr>
        <p:spPr>
          <a:xfrm>
            <a:off x="954000" y="775255"/>
            <a:ext cx="7361569" cy="365125"/>
          </a:xfrm>
        </p:spPr>
        <p:txBody>
          <a:bodyPr/>
          <a:lstStyle/>
          <a:p>
            <a:r>
              <a:rPr lang="en-US"/>
              <a:t>Click to add title.</a:t>
            </a:r>
            <a:endParaRPr lang="en-GB"/>
          </a:p>
        </p:txBody>
      </p:sp>
      <p:sp>
        <p:nvSpPr>
          <p:cNvPr id="3" name="Content Placeholder 2">
            <a:extLst>
              <a:ext uri="{FF2B5EF4-FFF2-40B4-BE49-F238E27FC236}">
                <a16:creationId xmlns:a16="http://schemas.microsoft.com/office/drawing/2014/main" id="{70440712-862D-4568-80A4-86117B896766}"/>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055730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nd Content Large blue">
    <p:bg>
      <p:bgPr>
        <a:solidFill>
          <a:schemeClr val="accent1"/>
        </a:solidFill>
        <a:effectLst/>
      </p:bgPr>
    </p:bg>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lvl1pPr>
              <a:defRPr>
                <a:solidFill>
                  <a:schemeClr val="bg1"/>
                </a:solidFill>
              </a:defRPr>
            </a:lvl1pPr>
          </a:lstStyle>
          <a:p>
            <a:fld id="{E4D355CA-84B7-41B1-B164-8BB439CC7C6B}" type="slidenum">
              <a:rPr lang="en-GB" smtClean="0"/>
              <a:pPr/>
              <a:t>‹#›</a:t>
            </a:fld>
            <a:endParaRPr lang="en-GB"/>
          </a:p>
        </p:txBody>
      </p:sp>
      <p:sp>
        <p:nvSpPr>
          <p:cNvPr id="8" name="Content Placeholder 2">
            <a:extLst>
              <a:ext uri="{FF2B5EF4-FFF2-40B4-BE49-F238E27FC236}">
                <a16:creationId xmlns:a16="http://schemas.microsoft.com/office/drawing/2014/main" id="{B09D4C03-E8B1-644E-949B-F7AF91181833}"/>
              </a:ext>
            </a:extLst>
          </p:cNvPr>
          <p:cNvSpPr>
            <a:spLocks noGrp="1"/>
          </p:cNvSpPr>
          <p:nvPr>
            <p:ph idx="1" hasCustomPrompt="1"/>
          </p:nvPr>
        </p:nvSpPr>
        <p:spPr>
          <a:xfrm>
            <a:off x="970139" y="1367692"/>
            <a:ext cx="10251722" cy="4923693"/>
          </a:xfrm>
        </p:spPr>
        <p:txBody>
          <a:bodyPr vert="horz" lIns="0" tIns="0" rIns="0" bIns="0" rtlCol="0">
            <a:noAutofit/>
          </a:bodyPr>
          <a:lstStyle>
            <a:lvl1pPr>
              <a:defRPr lang="en-US" b="0" dirty="0" smtClean="0">
                <a:solidFill>
                  <a:schemeClr val="bg1"/>
                </a:solidFill>
              </a:defRPr>
            </a:lvl1pPr>
            <a:lvl2pPr>
              <a:defRPr lang="en-US" dirty="0" smtClean="0">
                <a:solidFill>
                  <a:schemeClr val="bg1"/>
                </a:solidFill>
              </a:defRPr>
            </a:lvl2pPr>
            <a:lvl3pPr>
              <a:defRPr lang="en-GB" dirty="0">
                <a:solidFill>
                  <a:schemeClr val="bg1"/>
                </a:solidFill>
              </a:defRPr>
            </a:lvl3pPr>
            <a:lvl4pPr>
              <a:defRPr>
                <a:solidFill>
                  <a:schemeClr val="bg1"/>
                </a:solidFill>
              </a:defRPr>
            </a:lvl4pPr>
            <a:lvl5pPr>
              <a:defRPr>
                <a:solidFill>
                  <a:schemeClr val="bg1"/>
                </a:solidFill>
              </a:defRPr>
            </a:lvl5pPr>
          </a:lstStyle>
          <a:p>
            <a:pPr lvl="0"/>
            <a:r>
              <a:rPr lang="en-US"/>
              <a:t>Add Text</a:t>
            </a:r>
            <a:endParaRPr lang="en-GB"/>
          </a:p>
        </p:txBody>
      </p:sp>
      <p:sp>
        <p:nvSpPr>
          <p:cNvPr id="5" name="Title 1">
            <a:extLst>
              <a:ext uri="{FF2B5EF4-FFF2-40B4-BE49-F238E27FC236}">
                <a16:creationId xmlns:a16="http://schemas.microsoft.com/office/drawing/2014/main" id="{02EDA17D-AAE6-954F-93C6-90B8D7B80BD1}"/>
              </a:ext>
            </a:extLst>
          </p:cNvPr>
          <p:cNvSpPr>
            <a:spLocks noGrp="1"/>
          </p:cNvSpPr>
          <p:nvPr>
            <p:ph type="title" hasCustomPrompt="1"/>
          </p:nvPr>
        </p:nvSpPr>
        <p:spPr>
          <a:xfrm>
            <a:off x="954000" y="775255"/>
            <a:ext cx="7361569" cy="365125"/>
          </a:xfrm>
        </p:spPr>
        <p:txBody>
          <a:bodyPr/>
          <a:lstStyle>
            <a:lvl1pPr>
              <a:defRPr>
                <a:solidFill>
                  <a:schemeClr val="bg1"/>
                </a:solidFill>
              </a:defRPr>
            </a:lvl1pPr>
          </a:lstStyle>
          <a:p>
            <a:r>
              <a:rPr lang="en-US"/>
              <a:t>Click to add title.</a:t>
            </a:r>
            <a:endParaRPr lang="en-GB"/>
          </a:p>
        </p:txBody>
      </p:sp>
    </p:spTree>
    <p:extLst>
      <p:ext uri="{BB962C8B-B14F-4D97-AF65-F5344CB8AC3E}">
        <p14:creationId xmlns:p14="http://schemas.microsoft.com/office/powerpoint/2010/main" val="1840620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 Image +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4" name="Content Placeholder 3">
            <a:extLst>
              <a:ext uri="{FF2B5EF4-FFF2-40B4-BE49-F238E27FC236}">
                <a16:creationId xmlns:a16="http://schemas.microsoft.com/office/drawing/2014/main" id="{46F0C709-1F3D-4B13-A290-4041A33FB10E}"/>
              </a:ext>
            </a:extLst>
          </p:cNvPr>
          <p:cNvSpPr>
            <a:spLocks noGrp="1"/>
          </p:cNvSpPr>
          <p:nvPr>
            <p:ph sz="half" idx="2" hasCustomPrompt="1"/>
          </p:nvPr>
        </p:nvSpPr>
        <p:spPr>
          <a:xfrm>
            <a:off x="7835952" y="2728800"/>
            <a:ext cx="2959200"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GB" spc="-100" baseline="0" dirty="0"/>
            </a:lvl4pPr>
            <a:lvl5pPr>
              <a:defRPr spc="-100" baseline="0">
                <a:solidFill>
                  <a:schemeClr val="accent4"/>
                </a:solidFill>
              </a:defRPr>
            </a:lvl5pPr>
          </a:lstStyle>
          <a:p>
            <a:pPr lvl="0"/>
            <a:r>
              <a:rPr lang="en-GB" b="0"/>
              <a:t>Add Text</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10" name="Picture Placeholder 9">
            <a:extLst>
              <a:ext uri="{FF2B5EF4-FFF2-40B4-BE49-F238E27FC236}">
                <a16:creationId xmlns:a16="http://schemas.microsoft.com/office/drawing/2014/main" id="{874043F1-6F14-49BD-83CA-12B559ABC101}"/>
              </a:ext>
            </a:extLst>
          </p:cNvPr>
          <p:cNvSpPr>
            <a:spLocks noGrp="1"/>
          </p:cNvSpPr>
          <p:nvPr>
            <p:ph type="pic" sz="quarter" idx="13"/>
          </p:nvPr>
        </p:nvSpPr>
        <p:spPr>
          <a:xfrm>
            <a:off x="954088" y="2728913"/>
            <a:ext cx="6400800" cy="4129087"/>
          </a:xfrm>
        </p:spPr>
        <p:txBody>
          <a:bodyPr/>
          <a:lstStyle/>
          <a:p>
            <a:endParaRPr lang="en-GB"/>
          </a:p>
        </p:txBody>
      </p:sp>
      <p:sp>
        <p:nvSpPr>
          <p:cNvPr id="11" name="Rectangle 10">
            <a:extLst>
              <a:ext uri="{FF2B5EF4-FFF2-40B4-BE49-F238E27FC236}">
                <a16:creationId xmlns:a16="http://schemas.microsoft.com/office/drawing/2014/main" id="{4B51C537-0174-43E5-8B81-C80AF1D06831}"/>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5341137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 Content + 2 Images">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AFE49-0143-472F-897B-A7DAB87AB4E4}"/>
              </a:ext>
            </a:extLst>
          </p:cNvPr>
          <p:cNvSpPr>
            <a:spLocks noGrp="1"/>
          </p:cNvSpPr>
          <p:nvPr>
            <p:ph type="title"/>
          </p:nvPr>
        </p:nvSpPr>
        <p:spPr/>
        <p:txBody>
          <a:bodyPr/>
          <a:lstStyle/>
          <a:p>
            <a:r>
              <a:rPr lang="en-US"/>
              <a:t>Click to edit Master title style</a:t>
            </a:r>
            <a:endParaRPr lang="en-GB"/>
          </a:p>
        </p:txBody>
      </p:sp>
      <p:sp>
        <p:nvSpPr>
          <p:cNvPr id="6" name="Footer Placeholder 5">
            <a:extLst>
              <a:ext uri="{FF2B5EF4-FFF2-40B4-BE49-F238E27FC236}">
                <a16:creationId xmlns:a16="http://schemas.microsoft.com/office/drawing/2014/main" id="{60A8C9C5-E913-47B9-82DE-196768E6D657}"/>
              </a:ext>
            </a:extLst>
          </p:cNvPr>
          <p:cNvSpPr>
            <a:spLocks noGrp="1"/>
          </p:cNvSpPr>
          <p:nvPr>
            <p:ph type="ftr" sz="quarter" idx="11"/>
          </p:nvPr>
        </p:nvSpPr>
        <p:spPr/>
        <p:txBody>
          <a:bodyPr/>
          <a:lstStyle/>
          <a:p>
            <a:r>
              <a:rPr lang="en-GB"/>
              <a:t>PRESENTATION TITLE (ADD VIA INSERT, HEADER &amp; FOOTER)</a:t>
            </a:r>
          </a:p>
        </p:txBody>
      </p:sp>
      <p:sp>
        <p:nvSpPr>
          <p:cNvPr id="7" name="Slide Number Placeholder 6">
            <a:extLst>
              <a:ext uri="{FF2B5EF4-FFF2-40B4-BE49-F238E27FC236}">
                <a16:creationId xmlns:a16="http://schemas.microsoft.com/office/drawing/2014/main" id="{E1558F66-ECA3-4B00-A383-8D2B86217C93}"/>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8" name="Rectangle 7">
            <a:extLst>
              <a:ext uri="{FF2B5EF4-FFF2-40B4-BE49-F238E27FC236}">
                <a16:creationId xmlns:a16="http://schemas.microsoft.com/office/drawing/2014/main" id="{039FCF96-B7D6-4CCD-A4AE-46A67249D3BD}"/>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Content Placeholder 9">
            <a:extLst>
              <a:ext uri="{FF2B5EF4-FFF2-40B4-BE49-F238E27FC236}">
                <a16:creationId xmlns:a16="http://schemas.microsoft.com/office/drawing/2014/main" id="{741F3B7A-B2BF-40FC-8EB2-F1C37D316488}"/>
              </a:ext>
            </a:extLst>
          </p:cNvPr>
          <p:cNvSpPr>
            <a:spLocks noGrp="1"/>
          </p:cNvSpPr>
          <p:nvPr>
            <p:ph sz="quarter" idx="13" hasCustomPrompt="1"/>
          </p:nvPr>
        </p:nvSpPr>
        <p:spPr>
          <a:xfrm>
            <a:off x="953999"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9" name="Content Placeholder 9">
            <a:extLst>
              <a:ext uri="{FF2B5EF4-FFF2-40B4-BE49-F238E27FC236}">
                <a16:creationId xmlns:a16="http://schemas.microsoft.com/office/drawing/2014/main" id="{75B7A667-B99F-7A41-AAC3-ED24B9B1D92E}"/>
              </a:ext>
            </a:extLst>
          </p:cNvPr>
          <p:cNvSpPr>
            <a:spLocks noGrp="1"/>
          </p:cNvSpPr>
          <p:nvPr>
            <p:ph sz="quarter" idx="14" hasCustomPrompt="1"/>
          </p:nvPr>
        </p:nvSpPr>
        <p:spPr>
          <a:xfrm>
            <a:off x="8278804"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
        <p:nvSpPr>
          <p:cNvPr id="11" name="Content Placeholder 9">
            <a:extLst>
              <a:ext uri="{FF2B5EF4-FFF2-40B4-BE49-F238E27FC236}">
                <a16:creationId xmlns:a16="http://schemas.microsoft.com/office/drawing/2014/main" id="{93C1FF47-695D-B348-AF37-1ADF5736FA9E}"/>
              </a:ext>
            </a:extLst>
          </p:cNvPr>
          <p:cNvSpPr>
            <a:spLocks noGrp="1"/>
          </p:cNvSpPr>
          <p:nvPr>
            <p:ph sz="quarter" idx="15" hasCustomPrompt="1"/>
          </p:nvPr>
        </p:nvSpPr>
        <p:spPr>
          <a:xfrm>
            <a:off x="4613975" y="2728800"/>
            <a:ext cx="2959199" cy="3164000"/>
          </a:xfrm>
        </p:spPr>
        <p:txBody>
          <a:bodyPr vert="horz" lIns="0" tIns="0" rIns="0" bIns="0" rtlCol="0">
            <a:noAutofit/>
          </a:bodyPr>
          <a:lstStyle>
            <a:lvl1pPr>
              <a:defRPr lang="en-US" b="0" dirty="0" smtClean="0">
                <a:solidFill>
                  <a:srgbClr val="203232"/>
                </a:solidFill>
              </a:defRPr>
            </a:lvl1pPr>
            <a:lvl2pPr>
              <a:defRPr lang="en-US" dirty="0" smtClean="0"/>
            </a:lvl2pPr>
            <a:lvl3pPr>
              <a:defRPr lang="en-US" dirty="0" smtClean="0"/>
            </a:lvl3pPr>
            <a:lvl4pPr>
              <a:defRPr lang="en-US" dirty="0" smtClean="0"/>
            </a:lvl4pPr>
            <a:lvl5pPr>
              <a:defRPr lang="en-GB" dirty="0">
                <a:solidFill>
                  <a:schemeClr val="accent4"/>
                </a:solidFill>
              </a:defRPr>
            </a:lvl5pPr>
          </a:lstStyle>
          <a:p>
            <a:pPr lvl="0"/>
            <a:r>
              <a:rPr lang="en-GB" b="0"/>
              <a:t>Add Text</a:t>
            </a:r>
            <a:endParaRPr lang="en-GB"/>
          </a:p>
        </p:txBody>
      </p:sp>
    </p:spTree>
    <p:extLst>
      <p:ext uri="{BB962C8B-B14F-4D97-AF65-F5344CB8AC3E}">
        <p14:creationId xmlns:p14="http://schemas.microsoft.com/office/powerpoint/2010/main" val="8960471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Full Bleed Image">
    <p:bg>
      <p:bgPr>
        <a:solidFill>
          <a:schemeClr val="accent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A307C322-846C-9045-AD91-A93C82FC5AAF}"/>
              </a:ext>
            </a:extLst>
          </p:cNvPr>
          <p:cNvSpPr>
            <a:spLocks noGrp="1"/>
          </p:cNvSpPr>
          <p:nvPr>
            <p:ph type="pic" sz="quarter" idx="10" hasCustomPrompt="1"/>
          </p:nvPr>
        </p:nvSpPr>
        <p:spPr>
          <a:xfrm>
            <a:off x="0" y="0"/>
            <a:ext cx="12192000" cy="6858000"/>
          </a:xfrm>
        </p:spPr>
        <p:txBody>
          <a:bodyPr/>
          <a:lstStyle>
            <a:lvl1pPr>
              <a:defRPr>
                <a:solidFill>
                  <a:schemeClr val="bg1"/>
                </a:solidFill>
              </a:defRPr>
            </a:lvl1pPr>
          </a:lstStyle>
          <a:p>
            <a:r>
              <a:rPr lang="en-US"/>
              <a:t>Picture</a:t>
            </a:r>
          </a:p>
        </p:txBody>
      </p:sp>
    </p:spTree>
    <p:extLst>
      <p:ext uri="{BB962C8B-B14F-4D97-AF65-F5344CB8AC3E}">
        <p14:creationId xmlns:p14="http://schemas.microsoft.com/office/powerpoint/2010/main" val="292035214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Video">
    <p:bg>
      <p:bgPr>
        <a:solidFill>
          <a:schemeClr val="accent1"/>
        </a:solidFill>
        <a:effectLst/>
      </p:bgPr>
    </p:bg>
    <p:spTree>
      <p:nvGrpSpPr>
        <p:cNvPr id="1" name=""/>
        <p:cNvGrpSpPr/>
        <p:nvPr/>
      </p:nvGrpSpPr>
      <p:grpSpPr>
        <a:xfrm>
          <a:off x="0" y="0"/>
          <a:ext cx="0" cy="0"/>
          <a:chOff x="0" y="0"/>
          <a:chExt cx="0" cy="0"/>
        </a:xfrm>
      </p:grpSpPr>
      <p:sp>
        <p:nvSpPr>
          <p:cNvPr id="9" name="Media Placeholder 8">
            <a:extLst>
              <a:ext uri="{FF2B5EF4-FFF2-40B4-BE49-F238E27FC236}">
                <a16:creationId xmlns:a16="http://schemas.microsoft.com/office/drawing/2014/main" id="{9ABCF9A5-761F-434B-BBB5-D788CB1E79D8}"/>
              </a:ext>
            </a:extLst>
          </p:cNvPr>
          <p:cNvSpPr>
            <a:spLocks noGrp="1"/>
          </p:cNvSpPr>
          <p:nvPr>
            <p:ph type="media" sz="quarter" idx="10"/>
          </p:nvPr>
        </p:nvSpPr>
        <p:spPr>
          <a:xfrm>
            <a:off x="140400" y="140400"/>
            <a:ext cx="11916000" cy="6580800"/>
          </a:xfrm>
          <a:solidFill>
            <a:schemeClr val="bg1"/>
          </a:solidFill>
        </p:spPr>
        <p:txBody>
          <a:bodyPr/>
          <a:lstStyle/>
          <a:p>
            <a:endParaRPr lang="en-GB"/>
          </a:p>
        </p:txBody>
      </p:sp>
    </p:spTree>
    <p:extLst>
      <p:ext uri="{BB962C8B-B14F-4D97-AF65-F5344CB8AC3E}">
        <p14:creationId xmlns:p14="http://schemas.microsoft.com/office/powerpoint/2010/main" val="320280982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cons and text">
    <p:bg>
      <p:bgPr>
        <a:solidFill>
          <a:schemeClr val="bg1"/>
        </a:solidFill>
        <a:effectLst/>
      </p:bgPr>
    </p:bg>
    <p:spTree>
      <p:nvGrpSpPr>
        <p:cNvPr id="1" name=""/>
        <p:cNvGrpSpPr/>
        <p:nvPr/>
      </p:nvGrpSpPr>
      <p:grpSpPr>
        <a:xfrm>
          <a:off x="0" y="0"/>
          <a:ext cx="0" cy="0"/>
          <a:chOff x="0" y="0"/>
          <a:chExt cx="0" cy="0"/>
        </a:xfrm>
      </p:grpSpPr>
      <p:sp>
        <p:nvSpPr>
          <p:cNvPr id="5" name="Footer Placeholder 4">
            <a:extLst>
              <a:ext uri="{FF2B5EF4-FFF2-40B4-BE49-F238E27FC236}">
                <a16:creationId xmlns:a16="http://schemas.microsoft.com/office/drawing/2014/main" id="{962B6D5D-0892-4B4E-86D9-894852B1242C}"/>
              </a:ext>
            </a:extLst>
          </p:cNvPr>
          <p:cNvSpPr>
            <a:spLocks noGrp="1"/>
          </p:cNvSpPr>
          <p:nvPr>
            <p:ph type="ftr" sz="quarter" idx="11"/>
          </p:nvPr>
        </p:nvSpPr>
        <p:spPr/>
        <p:txBody>
          <a:bodyPr/>
          <a:lstStyle/>
          <a:p>
            <a:r>
              <a:rPr lang="en-GB"/>
              <a:t>PRESENTATION TITLE (ADD VIA INSERT, HEADER &amp; FOOTER)</a:t>
            </a:r>
          </a:p>
        </p:txBody>
      </p:sp>
      <p:sp>
        <p:nvSpPr>
          <p:cNvPr id="6" name="Slide Number Placeholder 5">
            <a:extLst>
              <a:ext uri="{FF2B5EF4-FFF2-40B4-BE49-F238E27FC236}">
                <a16:creationId xmlns:a16="http://schemas.microsoft.com/office/drawing/2014/main" id="{3B7428FC-C061-4730-9EA5-A52A00413991}"/>
              </a:ext>
            </a:extLst>
          </p:cNvPr>
          <p:cNvSpPr>
            <a:spLocks noGrp="1"/>
          </p:cNvSpPr>
          <p:nvPr>
            <p:ph type="sldNum" sz="quarter" idx="12"/>
          </p:nvPr>
        </p:nvSpPr>
        <p:spPr/>
        <p:txBody>
          <a:bodyPr/>
          <a:lstStyle/>
          <a:p>
            <a:fld id="{E4D355CA-84B7-41B1-B164-8BB439CC7C6B}" type="slidenum">
              <a:rPr lang="en-GB" smtClean="0"/>
              <a:pPr/>
              <a:t>‹#›</a:t>
            </a:fld>
            <a:endParaRPr lang="en-GB"/>
          </a:p>
        </p:txBody>
      </p:sp>
      <p:sp>
        <p:nvSpPr>
          <p:cNvPr id="7" name="Rectangle 6">
            <a:extLst>
              <a:ext uri="{FF2B5EF4-FFF2-40B4-BE49-F238E27FC236}">
                <a16:creationId xmlns:a16="http://schemas.microsoft.com/office/drawing/2014/main" id="{850AA271-B0BA-42CD-A544-17AAB1FA2EEA}"/>
              </a:ext>
            </a:extLst>
          </p:cNvPr>
          <p:cNvSpPr/>
          <p:nvPr userDrawn="1"/>
        </p:nvSpPr>
        <p:spPr>
          <a:xfrm>
            <a:off x="0" y="0"/>
            <a:ext cx="12192000" cy="1404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Content Placeholder 2">
            <a:extLst>
              <a:ext uri="{FF2B5EF4-FFF2-40B4-BE49-F238E27FC236}">
                <a16:creationId xmlns:a16="http://schemas.microsoft.com/office/drawing/2014/main" id="{699880E3-4DE3-A642-9738-DF49DDCC9AC5}"/>
              </a:ext>
            </a:extLst>
          </p:cNvPr>
          <p:cNvSpPr>
            <a:spLocks noGrp="1"/>
          </p:cNvSpPr>
          <p:nvPr>
            <p:ph idx="18" hasCustomPrompt="1"/>
          </p:nvPr>
        </p:nvSpPr>
        <p:spPr>
          <a:xfrm>
            <a:off x="970139" y="4079342"/>
            <a:ext cx="3144661" cy="2252134"/>
          </a:xfrm>
        </p:spPr>
        <p:txBody>
          <a:bodyPr vert="horz" lIns="0" tIns="0" rIns="0" bIns="0" rtlCol="0">
            <a:noAutofit/>
          </a:bodyPr>
          <a:lstStyle>
            <a:lvl1pPr>
              <a:defRPr lang="en-US" b="0" dirty="0" smtClean="0">
                <a:solidFill>
                  <a:srgbClr val="203232"/>
                </a:solidFill>
              </a:defRPr>
            </a:lvl1pPr>
            <a:lvl2pPr>
              <a:defRPr lang="en-US" dirty="0" smtClean="0"/>
            </a:lvl2pPr>
            <a:lvl3pPr>
              <a:defRPr lang="en-GB" dirty="0"/>
            </a:lvl3pPr>
            <a:lvl5pPr>
              <a:defRPr>
                <a:solidFill>
                  <a:schemeClr val="accent4"/>
                </a:solidFill>
              </a:defRPr>
            </a:lvl5pPr>
          </a:lstStyle>
          <a:p>
            <a:pPr lvl="0"/>
            <a:r>
              <a:rPr lang="en-GB"/>
              <a:t>Add Text</a:t>
            </a:r>
          </a:p>
        </p:txBody>
      </p:sp>
      <p:sp>
        <p:nvSpPr>
          <p:cNvPr id="17" name="Content Placeholder 2">
            <a:extLst>
              <a:ext uri="{FF2B5EF4-FFF2-40B4-BE49-F238E27FC236}">
                <a16:creationId xmlns:a16="http://schemas.microsoft.com/office/drawing/2014/main" id="{CF37D495-D835-8E4B-A177-5E12F893DDCA}"/>
              </a:ext>
            </a:extLst>
          </p:cNvPr>
          <p:cNvSpPr>
            <a:spLocks noGrp="1"/>
          </p:cNvSpPr>
          <p:nvPr>
            <p:ph idx="19" hasCustomPrompt="1"/>
          </p:nvPr>
        </p:nvSpPr>
        <p:spPr>
          <a:xfrm>
            <a:off x="8077200"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endParaRPr lang="en-GB"/>
          </a:p>
        </p:txBody>
      </p:sp>
      <p:sp>
        <p:nvSpPr>
          <p:cNvPr id="18" name="Content Placeholder 2">
            <a:extLst>
              <a:ext uri="{FF2B5EF4-FFF2-40B4-BE49-F238E27FC236}">
                <a16:creationId xmlns:a16="http://schemas.microsoft.com/office/drawing/2014/main" id="{A6804C7E-983C-9246-90C0-AF8A0CE2CA84}"/>
              </a:ext>
            </a:extLst>
          </p:cNvPr>
          <p:cNvSpPr>
            <a:spLocks noGrp="1"/>
          </p:cNvSpPr>
          <p:nvPr>
            <p:ph idx="20" hasCustomPrompt="1"/>
          </p:nvPr>
        </p:nvSpPr>
        <p:spPr>
          <a:xfrm>
            <a:off x="4523669" y="4062209"/>
            <a:ext cx="3144661" cy="2252134"/>
          </a:xfrm>
        </p:spPr>
        <p:txBody>
          <a:bodyPr vert="horz" lIns="0" tIns="0" rIns="0" bIns="0" rtlCol="0">
            <a:noAutofit/>
          </a:bodyPr>
          <a:lstStyle>
            <a:lvl1pPr marL="0" marR="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lang="en-US" b="0">
                <a:solidFill>
                  <a:srgbClr val="203232"/>
                </a:solidFill>
              </a:defRPr>
            </a:lvl1pPr>
            <a:lvl2pPr>
              <a:defRPr lang="en-US" dirty="0" smtClean="0"/>
            </a:lvl2pPr>
            <a:lvl3pPr>
              <a:defRPr lang="en-GB" dirty="0"/>
            </a:lvl3pPr>
            <a:lvl5pPr>
              <a:defRPr>
                <a:solidFill>
                  <a:schemeClr val="accent4"/>
                </a:solidFill>
              </a:defRPr>
            </a:lvl5pPr>
          </a:lstStyle>
          <a:p>
            <a:pPr marL="0" marR="0" lvl="0" indent="0" algn="l" defTabSz="914400" rtl="0" eaLnBrk="1" fontAlgn="auto" latinLnBrk="0" hangingPunct="1">
              <a:lnSpc>
                <a:spcPts val="2880"/>
              </a:lnSpc>
              <a:spcBef>
                <a:spcPts val="0"/>
              </a:spcBef>
              <a:spcAft>
                <a:spcPts val="992"/>
              </a:spcAft>
              <a:buClrTx/>
              <a:buSzTx/>
              <a:buFont typeface="Arial" panose="020B0604020202020204" pitchFamily="34" charset="0"/>
              <a:buNone/>
              <a:tabLst/>
              <a:defRPr/>
            </a:pPr>
            <a:r>
              <a:rPr lang="en-GB"/>
              <a:t>Add </a:t>
            </a:r>
            <a:r>
              <a:rPr lang="en-US"/>
              <a:t>Text</a:t>
            </a:r>
          </a:p>
        </p:txBody>
      </p:sp>
      <p:sp>
        <p:nvSpPr>
          <p:cNvPr id="8" name="Picture Placeholder 7">
            <a:extLst>
              <a:ext uri="{FF2B5EF4-FFF2-40B4-BE49-F238E27FC236}">
                <a16:creationId xmlns:a16="http://schemas.microsoft.com/office/drawing/2014/main" id="{84410427-8F1D-7541-9C05-AFDD3531678D}"/>
              </a:ext>
            </a:extLst>
          </p:cNvPr>
          <p:cNvSpPr>
            <a:spLocks noGrp="1"/>
          </p:cNvSpPr>
          <p:nvPr>
            <p:ph type="pic" sz="quarter" idx="23"/>
          </p:nvPr>
        </p:nvSpPr>
        <p:spPr>
          <a:xfrm>
            <a:off x="1462175" y="1640942"/>
            <a:ext cx="2160587" cy="2160588"/>
          </a:xfrm>
        </p:spPr>
        <p:txBody>
          <a:bodyPr/>
          <a:lstStyle/>
          <a:p>
            <a:endParaRPr lang="en-US"/>
          </a:p>
        </p:txBody>
      </p:sp>
      <p:sp>
        <p:nvSpPr>
          <p:cNvPr id="20" name="Picture Placeholder 7">
            <a:extLst>
              <a:ext uri="{FF2B5EF4-FFF2-40B4-BE49-F238E27FC236}">
                <a16:creationId xmlns:a16="http://schemas.microsoft.com/office/drawing/2014/main" id="{8B7D5964-7A97-5742-8717-CCB747F84A08}"/>
              </a:ext>
            </a:extLst>
          </p:cNvPr>
          <p:cNvSpPr>
            <a:spLocks noGrp="1"/>
          </p:cNvSpPr>
          <p:nvPr>
            <p:ph type="pic" sz="quarter" idx="24"/>
          </p:nvPr>
        </p:nvSpPr>
        <p:spPr>
          <a:xfrm>
            <a:off x="5015705" y="1640942"/>
            <a:ext cx="2160587" cy="2160588"/>
          </a:xfrm>
        </p:spPr>
        <p:txBody>
          <a:bodyPr/>
          <a:lstStyle/>
          <a:p>
            <a:endParaRPr lang="en-US"/>
          </a:p>
        </p:txBody>
      </p:sp>
      <p:sp>
        <p:nvSpPr>
          <p:cNvPr id="21" name="Picture Placeholder 7">
            <a:extLst>
              <a:ext uri="{FF2B5EF4-FFF2-40B4-BE49-F238E27FC236}">
                <a16:creationId xmlns:a16="http://schemas.microsoft.com/office/drawing/2014/main" id="{344933FE-A401-A841-9AC3-B75285AA32D2}"/>
              </a:ext>
            </a:extLst>
          </p:cNvPr>
          <p:cNvSpPr>
            <a:spLocks noGrp="1"/>
          </p:cNvSpPr>
          <p:nvPr>
            <p:ph type="pic" sz="quarter" idx="25"/>
          </p:nvPr>
        </p:nvSpPr>
        <p:spPr>
          <a:xfrm>
            <a:off x="8569236" y="1640942"/>
            <a:ext cx="2160587" cy="2160588"/>
          </a:xfrm>
        </p:spPr>
        <p:txBody>
          <a:bodyPr/>
          <a:lstStyle/>
          <a:p>
            <a:endParaRPr lang="en-US"/>
          </a:p>
        </p:txBody>
      </p:sp>
    </p:spTree>
    <p:extLst>
      <p:ext uri="{BB962C8B-B14F-4D97-AF65-F5344CB8AC3E}">
        <p14:creationId xmlns:p14="http://schemas.microsoft.com/office/powerpoint/2010/main" val="361163166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End pag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E2CE188-32E7-4242-9E44-E8055FC030CC}"/>
              </a:ext>
            </a:extLst>
          </p:cNvPr>
          <p:cNvPicPr>
            <a:picLocks noChangeAspect="1"/>
          </p:cNvPicPr>
          <p:nvPr userDrawn="1"/>
        </p:nvPicPr>
        <p:blipFill>
          <a:blip r:embed="rId2" cstate="print">
            <a:extLst>
              <a:ext uri="{28A0092B-C50C-407E-A947-70E740481C1C}">
                <a14:useLocalDpi xmlns:a14="http://schemas.microsoft.com/office/drawing/2010/main"/>
              </a:ext>
            </a:extLst>
          </a:blip>
          <a:srcRect/>
          <a:stretch/>
        </p:blipFill>
        <p:spPr>
          <a:xfrm>
            <a:off x="954002" y="5511600"/>
            <a:ext cx="2242795" cy="397958"/>
          </a:xfrm>
          <a:prstGeom prst="rect">
            <a:avLst/>
          </a:prstGeom>
        </p:spPr>
      </p:pic>
      <p:sp>
        <p:nvSpPr>
          <p:cNvPr id="2" name="Title 1">
            <a:extLst>
              <a:ext uri="{FF2B5EF4-FFF2-40B4-BE49-F238E27FC236}">
                <a16:creationId xmlns:a16="http://schemas.microsoft.com/office/drawing/2014/main" id="{7381B53D-9933-445F-9B68-E730EB38A5A9}"/>
              </a:ext>
            </a:extLst>
          </p:cNvPr>
          <p:cNvSpPr>
            <a:spLocks noGrp="1"/>
          </p:cNvSpPr>
          <p:nvPr>
            <p:ph type="ctrTitle"/>
          </p:nvPr>
        </p:nvSpPr>
        <p:spPr>
          <a:xfrm>
            <a:off x="926844" y="1964352"/>
            <a:ext cx="11828559" cy="1051570"/>
          </a:xfrm>
        </p:spPr>
        <p:txBody>
          <a:bodyPr vert="horz" wrap="none" lIns="0" tIns="0" rIns="0" bIns="0" rtlCol="0" anchor="t" anchorCtr="0">
            <a:noAutofit/>
          </a:bodyPr>
          <a:lstStyle>
            <a:lvl1pPr>
              <a:lnSpc>
                <a:spcPct val="100000"/>
              </a:lnSpc>
              <a:defRPr lang="en-GB" sz="7386" spc="-300" baseline="0" dirty="0">
                <a:solidFill>
                  <a:schemeClr val="bg1"/>
                </a:solidFill>
              </a:defRPr>
            </a:lvl1pPr>
          </a:lstStyle>
          <a:p>
            <a:pPr lvl="0">
              <a:lnSpc>
                <a:spcPts val="8186"/>
              </a:lnSpc>
            </a:pPr>
            <a:r>
              <a:rPr lang="en-US"/>
              <a:t>Click to edit Master title style</a:t>
            </a:r>
            <a:endParaRPr lang="en-GB"/>
          </a:p>
        </p:txBody>
      </p:sp>
      <p:sp>
        <p:nvSpPr>
          <p:cNvPr id="5" name="Footer Placeholder 4">
            <a:extLst>
              <a:ext uri="{FF2B5EF4-FFF2-40B4-BE49-F238E27FC236}">
                <a16:creationId xmlns:a16="http://schemas.microsoft.com/office/drawing/2014/main" id="{CA2BE80A-BFEC-E24A-B510-73A571F1F04F}"/>
              </a:ext>
            </a:extLst>
          </p:cNvPr>
          <p:cNvSpPr>
            <a:spLocks noGrp="1"/>
          </p:cNvSpPr>
          <p:nvPr>
            <p:ph type="ftr" sz="quarter" idx="11"/>
          </p:nvPr>
        </p:nvSpPr>
        <p:spPr>
          <a:xfrm>
            <a:off x="965289" y="779733"/>
            <a:ext cx="7176911" cy="230832"/>
          </a:xfrm>
        </p:spPr>
        <p:txBody>
          <a:bodyPr>
            <a:noAutofit/>
          </a:bodyPr>
          <a:lstStyle>
            <a:lvl1pPr>
              <a:defRPr>
                <a:solidFill>
                  <a:schemeClr val="bg1"/>
                </a:solidFill>
              </a:defRPr>
            </a:lvl1pPr>
          </a:lstStyle>
          <a:p>
            <a:r>
              <a:rPr lang="en-GB"/>
              <a:t>PRESENTATION TITLE (ADD VIA INSERT, HEADER &amp; FOOTER)</a:t>
            </a:r>
            <a:endParaRPr lang="en-GB">
              <a:solidFill>
                <a:schemeClr val="bg1"/>
              </a:solidFill>
            </a:endParaRPr>
          </a:p>
        </p:txBody>
      </p:sp>
      <p:sp>
        <p:nvSpPr>
          <p:cNvPr id="6" name="Slide Number Placeholder 5">
            <a:extLst>
              <a:ext uri="{FF2B5EF4-FFF2-40B4-BE49-F238E27FC236}">
                <a16:creationId xmlns:a16="http://schemas.microsoft.com/office/drawing/2014/main" id="{8E5B25B4-144A-5B4A-8EAD-2022412DF2F1}"/>
              </a:ext>
            </a:extLst>
          </p:cNvPr>
          <p:cNvSpPr>
            <a:spLocks noGrp="1"/>
          </p:cNvSpPr>
          <p:nvPr>
            <p:ph type="sldNum" sz="quarter" idx="12"/>
          </p:nvPr>
        </p:nvSpPr>
        <p:spPr>
          <a:xfrm>
            <a:off x="10616400" y="779733"/>
            <a:ext cx="622800" cy="230832"/>
          </a:xfrm>
        </p:spPr>
        <p:txBody>
          <a:bodyPr wrap="square">
            <a:noAutofit/>
          </a:bodyPr>
          <a:lstStyle>
            <a:lvl1pPr>
              <a:defRPr>
                <a:solidFill>
                  <a:schemeClr val="bg1"/>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8621701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62CF-E2B4-496D-829D-DCE37260977D}"/>
              </a:ext>
            </a:extLst>
          </p:cNvPr>
          <p:cNvSpPr>
            <a:spLocks noGrp="1"/>
          </p:cNvSpPr>
          <p:nvPr>
            <p:ph type="title"/>
          </p:nvPr>
        </p:nvSpPr>
        <p:spPr>
          <a:xfrm>
            <a:off x="954000" y="1890000"/>
            <a:ext cx="10279150" cy="365125"/>
          </a:xfrm>
          <a:prstGeom prst="rect">
            <a:avLst/>
          </a:prstGeom>
        </p:spPr>
        <p:txBody>
          <a:bodyPr vert="horz" lIns="0" tIns="0" rIns="0" bIns="0" rtlCol="0" anchor="t" anchorCtr="0">
            <a:no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FD84EF4-0E07-4BF3-A4AB-3E8632AA79AD}"/>
              </a:ext>
            </a:extLst>
          </p:cNvPr>
          <p:cNvSpPr>
            <a:spLocks noGrp="1"/>
          </p:cNvSpPr>
          <p:nvPr>
            <p:ph type="body" idx="1"/>
          </p:nvPr>
        </p:nvSpPr>
        <p:spPr>
          <a:xfrm>
            <a:off x="970139" y="2717600"/>
            <a:ext cx="10279150" cy="317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GB"/>
              <a:t>Fourth level</a:t>
            </a:r>
          </a:p>
          <a:p>
            <a:pPr lvl="4"/>
            <a:r>
              <a:rPr lang="en-GB" b="1"/>
              <a:t>Fifth level</a:t>
            </a:r>
            <a:endParaRPr lang="en-GB"/>
          </a:p>
        </p:txBody>
      </p:sp>
      <p:sp>
        <p:nvSpPr>
          <p:cNvPr id="5" name="Footer Placeholder 4">
            <a:extLst>
              <a:ext uri="{FF2B5EF4-FFF2-40B4-BE49-F238E27FC236}">
                <a16:creationId xmlns:a16="http://schemas.microsoft.com/office/drawing/2014/main" id="{3B527A5D-B761-4C2F-97E6-5D8254424B8B}"/>
              </a:ext>
            </a:extLst>
          </p:cNvPr>
          <p:cNvSpPr>
            <a:spLocks noGrp="1"/>
          </p:cNvSpPr>
          <p:nvPr>
            <p:ph type="ftr" sz="quarter" idx="3"/>
          </p:nvPr>
        </p:nvSpPr>
        <p:spPr>
          <a:xfrm>
            <a:off x="970139" y="775255"/>
            <a:ext cx="7176911" cy="230832"/>
          </a:xfrm>
          <a:prstGeom prst="rect">
            <a:avLst/>
          </a:prstGeom>
        </p:spPr>
        <p:txBody>
          <a:bodyPr vert="horz" lIns="0" tIns="0" rIns="0" bIns="0" rtlCol="0" anchor="t" anchorCtr="0">
            <a:spAutoFit/>
          </a:bodyPr>
          <a:lstStyle>
            <a:lvl1pPr algn="l">
              <a:defRPr sz="1500">
                <a:solidFill>
                  <a:schemeClr val="tx1">
                    <a:tint val="75000"/>
                  </a:schemeClr>
                </a:solidFill>
              </a:defRPr>
            </a:lvl1pPr>
          </a:lstStyle>
          <a:p>
            <a:r>
              <a:rPr lang="en-GB"/>
              <a:t>PRESENTATION TITLE (ADD VIA INSERT, HEADER &amp; FOOTER)</a:t>
            </a:r>
          </a:p>
        </p:txBody>
      </p:sp>
      <p:sp>
        <p:nvSpPr>
          <p:cNvPr id="6" name="Slide Number Placeholder 5">
            <a:extLst>
              <a:ext uri="{FF2B5EF4-FFF2-40B4-BE49-F238E27FC236}">
                <a16:creationId xmlns:a16="http://schemas.microsoft.com/office/drawing/2014/main" id="{9CD661B1-4E4B-4F85-ACA3-C34023D70282}"/>
              </a:ext>
            </a:extLst>
          </p:cNvPr>
          <p:cNvSpPr>
            <a:spLocks noGrp="1"/>
          </p:cNvSpPr>
          <p:nvPr>
            <p:ph type="sldNum" sz="quarter" idx="4"/>
          </p:nvPr>
        </p:nvSpPr>
        <p:spPr>
          <a:xfrm>
            <a:off x="9821333" y="783355"/>
            <a:ext cx="1400528" cy="230832"/>
          </a:xfrm>
          <a:prstGeom prst="rect">
            <a:avLst/>
          </a:prstGeom>
        </p:spPr>
        <p:txBody>
          <a:bodyPr vert="horz" wrap="square" lIns="0" tIns="0" rIns="0" bIns="0" rtlCol="0" anchor="t" anchorCtr="0">
            <a:spAutoFit/>
          </a:bodyPr>
          <a:lstStyle>
            <a:lvl1pPr algn="r">
              <a:defRPr sz="1500" b="1">
                <a:solidFill>
                  <a:schemeClr val="tx1">
                    <a:tint val="75000"/>
                  </a:schemeClr>
                </a:solidFill>
              </a:defRPr>
            </a:lvl1pPr>
          </a:lstStyle>
          <a:p>
            <a:fld id="{E4D355CA-84B7-41B1-B164-8BB439CC7C6B}" type="slidenum">
              <a:rPr lang="en-GB" smtClean="0"/>
              <a:pPr/>
              <a:t>‹#›</a:t>
            </a:fld>
            <a:endParaRPr lang="en-GB"/>
          </a:p>
        </p:txBody>
      </p:sp>
    </p:spTree>
    <p:extLst>
      <p:ext uri="{BB962C8B-B14F-4D97-AF65-F5344CB8AC3E}">
        <p14:creationId xmlns:p14="http://schemas.microsoft.com/office/powerpoint/2010/main" val="1619008365"/>
      </p:ext>
    </p:extLst>
  </p:cSld>
  <p:clrMap bg1="lt1" tx1="dk1" bg2="lt2" tx2="dk2" accent1="accent1" accent2="accent2" accent3="accent3" accent4="accent4" accent5="accent5" accent6="accent6" hlink="hlink" folHlink="folHlink"/>
  <p:sldLayoutIdLst>
    <p:sldLayoutId id="2147483675" r:id="rId1"/>
    <p:sldLayoutId id="2147483663" r:id="rId2"/>
    <p:sldLayoutId id="2147483677" r:id="rId3"/>
    <p:sldLayoutId id="2147483652" r:id="rId4"/>
    <p:sldLayoutId id="2147483682" r:id="rId5"/>
    <p:sldLayoutId id="2147483721" r:id="rId6"/>
    <p:sldLayoutId id="2147483722" r:id="rId7"/>
    <p:sldLayoutId id="2147483684" r:id="rId8"/>
    <p:sldLayoutId id="2147483685" r:id="rId9"/>
    <p:sldLayoutId id="2147483686" r:id="rId10"/>
    <p:sldLayoutId id="2147483723" r:id="rId11"/>
    <p:sldLayoutId id="2147483706" r:id="rId12"/>
    <p:sldLayoutId id="2147483697" r:id="rId13"/>
  </p:sldLayoutIdLst>
  <p:hf hdr="0" dt="0"/>
  <p:txStyles>
    <p:titleStyle>
      <a:lvl1pPr algn="l" defTabSz="914400" rtl="0" eaLnBrk="1" latinLnBrk="0" hangingPunct="1">
        <a:lnSpc>
          <a:spcPts val="3600"/>
        </a:lnSpc>
        <a:spcBef>
          <a:spcPct val="0"/>
        </a:spcBef>
        <a:buNone/>
        <a:defRPr sz="3600" b="1" kern="2000" spc="-100" baseline="0">
          <a:solidFill>
            <a:srgbClr val="203232"/>
          </a:solidFill>
          <a:latin typeface="+mj-lt"/>
          <a:ea typeface="+mj-ea"/>
          <a:cs typeface="+mj-cs"/>
        </a:defRPr>
      </a:lvl1pPr>
    </p:titleStyle>
    <p:bodyStyle>
      <a:lvl1pPr marL="0" indent="0" algn="l" defTabSz="914400" rtl="0" eaLnBrk="1" latinLnBrk="0" hangingPunct="1">
        <a:lnSpc>
          <a:spcPts val="2880"/>
        </a:lnSpc>
        <a:spcBef>
          <a:spcPts val="0"/>
        </a:spcBef>
        <a:spcAft>
          <a:spcPts val="992"/>
        </a:spcAft>
        <a:buFont typeface="Arial" panose="020B0604020202020204" pitchFamily="34" charset="0"/>
        <a:buNone/>
        <a:defRPr sz="2400" b="1" kern="2000" spc="-100" baseline="0">
          <a:solidFill>
            <a:srgbClr val="203232"/>
          </a:solidFill>
          <a:latin typeface="+mn-lt"/>
          <a:ea typeface="+mn-ea"/>
          <a:cs typeface="+mn-cs"/>
        </a:defRPr>
      </a:lvl1pPr>
      <a:lvl2pPr marL="0" indent="0" algn="l" defTabSz="914400" rtl="0" eaLnBrk="1" latinLnBrk="0" hangingPunct="1">
        <a:lnSpc>
          <a:spcPts val="2880"/>
        </a:lnSpc>
        <a:spcBef>
          <a:spcPts val="0"/>
        </a:spcBef>
        <a:spcAft>
          <a:spcPts val="992"/>
        </a:spcAft>
        <a:buFont typeface="Arial" panose="020B0604020202020204" pitchFamily="34" charset="0"/>
        <a:buNone/>
        <a:defRPr sz="2400" kern="2000" spc="-100" baseline="0">
          <a:solidFill>
            <a:srgbClr val="203232"/>
          </a:solidFill>
          <a:latin typeface="+mn-lt"/>
          <a:ea typeface="+mn-ea"/>
          <a:cs typeface="+mn-cs"/>
        </a:defRPr>
      </a:lvl2pPr>
      <a:lvl3pPr marL="216000" indent="-216000" algn="l" defTabSz="914400" rtl="0" eaLnBrk="1" latinLnBrk="0" hangingPunct="1">
        <a:lnSpc>
          <a:spcPts val="2880"/>
        </a:lnSpc>
        <a:spcBef>
          <a:spcPts val="0"/>
        </a:spcBef>
        <a:spcAft>
          <a:spcPts val="992"/>
        </a:spcAft>
        <a:buFont typeface="Arial" panose="020B0604020202020204" pitchFamily="34" charset="0"/>
        <a:buChar char="■"/>
        <a:defRPr sz="2400" kern="2000" spc="-100" baseline="0">
          <a:solidFill>
            <a:srgbClr val="203232"/>
          </a:solidFill>
          <a:latin typeface="+mn-lt"/>
          <a:ea typeface="+mn-ea"/>
          <a:cs typeface="+mn-cs"/>
        </a:defRPr>
      </a:lvl3pPr>
      <a:lvl4pPr marL="0" indent="0" algn="l" defTabSz="914400" rtl="0" eaLnBrk="1" latinLnBrk="0" hangingPunct="1">
        <a:lnSpc>
          <a:spcPts val="2160"/>
        </a:lnSpc>
        <a:spcBef>
          <a:spcPts val="0"/>
        </a:spcBef>
        <a:buFont typeface="Arial" panose="020B0604020202020204" pitchFamily="34" charset="0"/>
        <a:buNone/>
        <a:defRPr sz="1800" kern="1200">
          <a:solidFill>
            <a:srgbClr val="203232"/>
          </a:solidFill>
          <a:latin typeface="+mn-lt"/>
          <a:ea typeface="+mn-ea"/>
          <a:cs typeface="+mn-cs"/>
        </a:defRPr>
      </a:lvl4pPr>
      <a:lvl5pPr marL="0" indent="0" algn="l" defTabSz="914400" rtl="0" eaLnBrk="1" latinLnBrk="0" hangingPunct="1">
        <a:lnSpc>
          <a:spcPts val="2160"/>
        </a:lnSpc>
        <a:spcBef>
          <a:spcPts val="0"/>
        </a:spcBef>
        <a:buFont typeface="Arial" panose="020B0604020202020204" pitchFamily="34" charset="0"/>
        <a:buNone/>
        <a:defRPr sz="1800" b="1" kern="1200">
          <a:solidFill>
            <a:srgbClr val="20323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4" pos="604" userDrawn="1">
          <p15:clr>
            <a:srgbClr val="F26B43"/>
          </p15:clr>
        </p15:guide>
        <p15:guide id="5" pos="7076" userDrawn="1">
          <p15:clr>
            <a:srgbClr val="F26B43"/>
          </p15:clr>
        </p15:guide>
        <p15:guide id="6" orient="horz" pos="2160" userDrawn="1">
          <p15:clr>
            <a:srgbClr val="F26B43"/>
          </p15:clr>
        </p15:guide>
        <p15:guide id="7" orient="horz" userDrawn="1">
          <p15:clr>
            <a:srgbClr val="F26B43"/>
          </p15:clr>
        </p15:guide>
        <p15:guide id="8" orient="horz" pos="604" userDrawn="1">
          <p15:clr>
            <a:srgbClr val="F26B43"/>
          </p15:clr>
        </p15:guide>
        <p15:guide id="10" orient="horz" pos="3712" userDrawn="1">
          <p15:clr>
            <a:srgbClr val="F26B43"/>
          </p15:clr>
        </p15:guide>
        <p15:guide id="11" orient="horz" pos="118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40AEE4-CC66-FE42-B0C3-2CC7AFD37D1C}"/>
              </a:ext>
            </a:extLst>
          </p:cNvPr>
          <p:cNvSpPr>
            <a:spLocks noGrp="1"/>
          </p:cNvSpPr>
          <p:nvPr>
            <p:ph type="ctrTitle"/>
          </p:nvPr>
        </p:nvSpPr>
        <p:spPr/>
        <p:txBody>
          <a:bodyPr>
            <a:normAutofit fontScale="90000"/>
          </a:bodyPr>
          <a:lstStyle/>
          <a:p>
            <a:r>
              <a:rPr lang="en-US" dirty="0"/>
              <a:t>Research Question – </a:t>
            </a:r>
            <a:br>
              <a:rPr lang="en-US" dirty="0"/>
            </a:br>
            <a:r>
              <a:rPr lang="en-US" sz="4000" dirty="0"/>
              <a:t>Tutorial Presentation for Feedback</a:t>
            </a:r>
            <a:br>
              <a:rPr lang="en-US" sz="4000" dirty="0"/>
            </a:br>
            <a:r>
              <a:rPr lang="en-US" sz="2200" dirty="0"/>
              <a:t>Date: 1/12/2025</a:t>
            </a:r>
            <a:br>
              <a:rPr lang="en-US" sz="8000" dirty="0"/>
            </a:br>
            <a:endParaRPr lang="en-US" dirty="0"/>
          </a:p>
        </p:txBody>
      </p:sp>
      <p:sp>
        <p:nvSpPr>
          <p:cNvPr id="3" name="Subtitle 2">
            <a:extLst>
              <a:ext uri="{FF2B5EF4-FFF2-40B4-BE49-F238E27FC236}">
                <a16:creationId xmlns:a16="http://schemas.microsoft.com/office/drawing/2014/main" id="{8275DA97-5166-7F4B-BC83-F50AC8BEDCD7}"/>
              </a:ext>
            </a:extLst>
          </p:cNvPr>
          <p:cNvSpPr>
            <a:spLocks noGrp="1"/>
          </p:cNvSpPr>
          <p:nvPr>
            <p:ph type="subTitle" idx="1"/>
          </p:nvPr>
        </p:nvSpPr>
        <p:spPr/>
        <p:txBody>
          <a:bodyPr/>
          <a:lstStyle/>
          <a:p>
            <a:r>
              <a:rPr lang="en-US" sz="2000" dirty="0"/>
              <a:t>Group Name: Group A 196                                                           Name of Student Presenting:</a:t>
            </a:r>
          </a:p>
        </p:txBody>
      </p:sp>
      <p:sp>
        <p:nvSpPr>
          <p:cNvPr id="4" name="Footer Placeholder 3">
            <a:extLst>
              <a:ext uri="{FF2B5EF4-FFF2-40B4-BE49-F238E27FC236}">
                <a16:creationId xmlns:a16="http://schemas.microsoft.com/office/drawing/2014/main" id="{6E7F4D14-5620-EC41-A86C-6CC3CFD691B4}"/>
              </a:ext>
            </a:extLst>
          </p:cNvPr>
          <p:cNvSpPr>
            <a:spLocks noGrp="1"/>
          </p:cNvSpPr>
          <p:nvPr>
            <p:ph type="ftr" sz="quarter" idx="11"/>
          </p:nvPr>
        </p:nvSpPr>
        <p:spPr>
          <a:xfrm>
            <a:off x="333375" y="274320"/>
            <a:ext cx="11496675" cy="736245"/>
          </a:xfrm>
        </p:spPr>
        <p:txBody>
          <a:bodyPr/>
          <a:lstStyle/>
          <a:p>
            <a:r>
              <a:rPr lang="en-GB" dirty="0"/>
              <a:t>7COM1079-2025  Student Group No:  Group A 196                  Names of Student Attendees : Gourav Kamble, </a:t>
            </a:r>
            <a:r>
              <a:rPr lang="en-GB" dirty="0" err="1"/>
              <a:t>Shrinidhi</a:t>
            </a:r>
            <a:r>
              <a:rPr lang="en-GB" dirty="0"/>
              <a:t> Gowda Girish, Britto George Fernandez, Kavya </a:t>
            </a:r>
            <a:r>
              <a:rPr lang="en-GB" dirty="0" err="1"/>
              <a:t>Belur</a:t>
            </a:r>
            <a:r>
              <a:rPr lang="en-GB" dirty="0"/>
              <a:t> Ramesh</a:t>
            </a:r>
          </a:p>
        </p:txBody>
      </p:sp>
    </p:spTree>
    <p:extLst>
      <p:ext uri="{BB962C8B-B14F-4D97-AF65-F5344CB8AC3E}">
        <p14:creationId xmlns:p14="http://schemas.microsoft.com/office/powerpoint/2010/main" val="41485325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964884" y="1021855"/>
            <a:ext cx="9754031" cy="597396"/>
          </a:xfrm>
        </p:spPr>
        <p:txBody>
          <a:bodyPr vert="horz" lIns="0" tIns="0" rIns="0" bIns="0" rtlCol="0" anchor="t">
            <a:noAutofit/>
          </a:bodyPr>
          <a:lstStyle/>
          <a:p>
            <a:pPr>
              <a:lnSpc>
                <a:spcPct val="100000"/>
              </a:lnSpc>
              <a:spcAft>
                <a:spcPts val="0"/>
              </a:spcAft>
            </a:pPr>
            <a:r>
              <a:rPr lang="en-GB" dirty="0">
                <a:solidFill>
                  <a:srgbClr val="203232"/>
                </a:solidFill>
                <a:latin typeface="Calibri" panose="020F0502020204030204" pitchFamily="34" charset="0"/>
                <a:ea typeface="Calibri" panose="020F0502020204030204" pitchFamily="34" charset="0"/>
                <a:cs typeface="Calibri" panose="020F0502020204030204" pitchFamily="34" charset="0"/>
              </a:rPr>
              <a:t>Here is a sample of our dataset: </a:t>
            </a:r>
            <a:endParaRPr lang="en-GB" sz="1800" dirty="0">
              <a:solidFill>
                <a:srgbClr val="FF0000"/>
              </a:solidFill>
              <a:latin typeface="Calibri" panose="020F0502020204030204" pitchFamily="34" charset="0"/>
              <a:ea typeface="Calibri" panose="020F0502020204030204" pitchFamily="34" charset="0"/>
              <a:cs typeface="Calibri" panose="020F0502020204030204" pitchFamily="34" charset="0"/>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964884" y="791022"/>
            <a:ext cx="7176911" cy="230832"/>
          </a:xfrm>
        </p:spPr>
        <p:txBody>
          <a:bodyPr/>
          <a:lstStyle/>
          <a:p>
            <a:r>
              <a:rPr lang="en-GB" dirty="0"/>
              <a:t>PRE 7COM1079-2025  Student Group No:  Group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791022"/>
            <a:ext cx="622800" cy="230832"/>
          </a:xfrm>
        </p:spPr>
        <p:txBody>
          <a:bodyPr/>
          <a:lstStyle/>
          <a:p>
            <a:r>
              <a:rPr lang="en-US"/>
              <a:t>3</a:t>
            </a:r>
            <a:endParaRPr lang="en-GB"/>
          </a:p>
        </p:txBody>
      </p:sp>
      <p:sp>
        <p:nvSpPr>
          <p:cNvPr id="8" name="Title 7">
            <a:extLst>
              <a:ext uri="{FF2B5EF4-FFF2-40B4-BE49-F238E27FC236}">
                <a16:creationId xmlns:a16="http://schemas.microsoft.com/office/drawing/2014/main" id="{6E140EA5-BB03-811F-4631-603A97631914}"/>
              </a:ext>
            </a:extLst>
          </p:cNvPr>
          <p:cNvSpPr>
            <a:spLocks noGrp="1"/>
          </p:cNvSpPr>
          <p:nvPr>
            <p:ph type="ctrTitle"/>
          </p:nvPr>
        </p:nvSpPr>
        <p:spPr>
          <a:xfrm>
            <a:off x="964884" y="1619251"/>
            <a:ext cx="10505221" cy="3781424"/>
          </a:xfrm>
        </p:spPr>
        <p:txBody>
          <a:bodyPr>
            <a:normAutofit/>
          </a:bodyPr>
          <a:lstStyle/>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In our research question we will use the Demographic and  Mean Scale Score columns.</a:t>
            </a: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Sample Dataset </a:t>
            </a: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br>
              <a:rPr lang="en-GB" sz="2400" b="0" dirty="0">
                <a:latin typeface="Calibri" panose="020F0502020204030204" pitchFamily="34" charset="0"/>
                <a:ea typeface="Calibri" panose="020F0502020204030204" pitchFamily="34" charset="0"/>
                <a:cs typeface="Calibri" panose="020F0502020204030204" pitchFamily="34" charset="0"/>
              </a:rPr>
            </a:br>
            <a:endParaRPr lang="en-US" sz="2400" b="0" dirty="0">
              <a:latin typeface="Calibri" panose="020F0502020204030204" pitchFamily="34" charset="0"/>
              <a:ea typeface="Calibri" panose="020F0502020204030204" pitchFamily="34" charset="0"/>
              <a:cs typeface="Calibri" panose="020F0502020204030204" pitchFamily="34" charset="0"/>
            </a:endParaRPr>
          </a:p>
          <a:p>
            <a:pPr marL="457200" indent="-457200">
              <a:lnSpc>
                <a:spcPct val="100000"/>
              </a:lnSpc>
              <a:spcBef>
                <a:spcPts val="0"/>
              </a:spcBef>
              <a:spcAft>
                <a:spcPts val="992"/>
              </a:spcAft>
              <a:buFont typeface="+mj-lt"/>
              <a:buAutoNum type="arabicPeriod"/>
            </a:pPr>
            <a:r>
              <a:rPr lang="en-GB" sz="2400" b="0" dirty="0">
                <a:latin typeface="Calibri" panose="020F0502020204030204" pitchFamily="34" charset="0"/>
                <a:ea typeface="Calibri" panose="020F0502020204030204" pitchFamily="34" charset="0"/>
                <a:cs typeface="Calibri" panose="020F0502020204030204" pitchFamily="34" charset="0"/>
              </a:rPr>
              <a:t>Tell us how many rows your dataset has 68028 rows and 16 columns.</a:t>
            </a:r>
            <a:endParaRPr lang="en-GB" sz="2400" dirty="0">
              <a:latin typeface="Calibri" panose="020F0502020204030204" pitchFamily="34" charset="0"/>
              <a:ea typeface="Calibri" panose="020F0502020204030204" pitchFamily="34" charset="0"/>
              <a:cs typeface="Calibri" panose="020F0502020204030204" pitchFamily="34" charset="0"/>
            </a:endParaRPr>
          </a:p>
        </p:txBody>
      </p:sp>
      <p:pic>
        <p:nvPicPr>
          <p:cNvPr id="9" name="Picture 8">
            <a:extLst>
              <a:ext uri="{FF2B5EF4-FFF2-40B4-BE49-F238E27FC236}">
                <a16:creationId xmlns:a16="http://schemas.microsoft.com/office/drawing/2014/main" id="{B2F9F271-4836-4ACF-85BE-52071D315F3F}"/>
              </a:ext>
            </a:extLst>
          </p:cNvPr>
          <p:cNvPicPr>
            <a:picLocks noChangeAspect="1"/>
          </p:cNvPicPr>
          <p:nvPr/>
        </p:nvPicPr>
        <p:blipFill rotWithShape="1">
          <a:blip r:embed="rId3"/>
          <a:srcRect t="5153" b="6541"/>
          <a:stretch/>
        </p:blipFill>
        <p:spPr>
          <a:xfrm>
            <a:off x="1434942" y="2571750"/>
            <a:ext cx="9322116" cy="1543050"/>
          </a:xfrm>
          <a:prstGeom prst="rect">
            <a:avLst/>
          </a:prstGeom>
        </p:spPr>
      </p:pic>
    </p:spTree>
    <p:extLst>
      <p:ext uri="{BB962C8B-B14F-4D97-AF65-F5344CB8AC3E}">
        <p14:creationId xmlns:p14="http://schemas.microsoft.com/office/powerpoint/2010/main" val="7130926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9D8228-727F-1E46-B5AD-91D158B8255E}"/>
              </a:ext>
            </a:extLst>
          </p:cNvPr>
          <p:cNvSpPr>
            <a:spLocks noGrp="1"/>
          </p:cNvSpPr>
          <p:nvPr>
            <p:ph type="subTitle" idx="1"/>
          </p:nvPr>
        </p:nvSpPr>
        <p:spPr>
          <a:xfrm>
            <a:off x="426481" y="1051202"/>
            <a:ext cx="10974944" cy="588024"/>
          </a:xfrm>
        </p:spPr>
        <p:txBody>
          <a:bodyPr vert="horz" lIns="0" tIns="0" rIns="0" bIns="0" rtlCol="0" anchor="t">
            <a:noAutofit/>
          </a:bodyPr>
          <a:lstStyle/>
          <a:p>
            <a:r>
              <a:rPr lang="en-US" sz="2400" dirty="0"/>
              <a:t>Dataset </a:t>
            </a:r>
            <a:r>
              <a:rPr lang="en-US" sz="2400" dirty="0">
                <a:solidFill>
                  <a:srgbClr val="203232"/>
                </a:solidFill>
              </a:rPr>
              <a:t>ID</a:t>
            </a:r>
            <a:r>
              <a:rPr lang="en-US" sz="1600" dirty="0">
                <a:solidFill>
                  <a:schemeClr val="tx1"/>
                </a:solidFill>
              </a:rPr>
              <a:t>: </a:t>
            </a:r>
            <a:r>
              <a:rPr lang="en-US" sz="2400" dirty="0">
                <a:solidFill>
                  <a:schemeClr val="tx1"/>
                </a:solidFill>
              </a:rPr>
              <a:t>DS048 and filename: 2006-2012-math-test-results-school-gender-1.csv </a:t>
            </a:r>
          </a:p>
        </p:txBody>
      </p:sp>
      <p:sp>
        <p:nvSpPr>
          <p:cNvPr id="3" name="Footer Placeholder 2">
            <a:extLst>
              <a:ext uri="{FF2B5EF4-FFF2-40B4-BE49-F238E27FC236}">
                <a16:creationId xmlns:a16="http://schemas.microsoft.com/office/drawing/2014/main" id="{00EBC183-8AA5-EC44-9987-D65F5C1892A1}"/>
              </a:ext>
            </a:extLst>
          </p:cNvPr>
          <p:cNvSpPr>
            <a:spLocks noGrp="1"/>
          </p:cNvSpPr>
          <p:nvPr>
            <p:ph type="ftr" sz="quarter" idx="11"/>
          </p:nvPr>
        </p:nvSpPr>
        <p:spPr>
          <a:xfrm>
            <a:off x="426481" y="404099"/>
            <a:ext cx="10879694" cy="588024"/>
          </a:xfrm>
        </p:spPr>
        <p:txBody>
          <a:bodyPr/>
          <a:lstStyle/>
          <a:p>
            <a:r>
              <a:rPr lang="en-GB" dirty="0"/>
              <a:t>7COM1079-2025  Student Group No:A-196                    Names of Student Group Attendees: Gourav Kamble, </a:t>
            </a:r>
            <a:r>
              <a:rPr lang="en-GB" dirty="0" err="1"/>
              <a:t>Shirnidhi</a:t>
            </a:r>
            <a:r>
              <a:rPr lang="en-GB" dirty="0"/>
              <a:t> Gowda Girish , Britto George Fernandez, Kavya </a:t>
            </a:r>
            <a:r>
              <a:rPr lang="en-GB" dirty="0" err="1"/>
              <a:t>Belur</a:t>
            </a:r>
            <a:r>
              <a:rPr lang="en-GB" dirty="0"/>
              <a:t> Ramesh </a:t>
            </a:r>
          </a:p>
        </p:txBody>
      </p:sp>
      <p:sp>
        <p:nvSpPr>
          <p:cNvPr id="4" name="Slide Number Placeholder 3">
            <a:extLst>
              <a:ext uri="{FF2B5EF4-FFF2-40B4-BE49-F238E27FC236}">
                <a16:creationId xmlns:a16="http://schemas.microsoft.com/office/drawing/2014/main" id="{CC9D9611-42EE-7840-81EE-DD6B1A99CD7B}"/>
              </a:ext>
            </a:extLst>
          </p:cNvPr>
          <p:cNvSpPr>
            <a:spLocks noGrp="1"/>
          </p:cNvSpPr>
          <p:nvPr>
            <p:ph type="sldNum" sz="quarter" idx="12"/>
          </p:nvPr>
        </p:nvSpPr>
        <p:spPr>
          <a:xfrm>
            <a:off x="10954512" y="555565"/>
            <a:ext cx="622800" cy="230832"/>
          </a:xfrm>
        </p:spPr>
        <p:txBody>
          <a:bodyPr/>
          <a:lstStyle/>
          <a:p>
            <a:r>
              <a:rPr lang="en-US" dirty="0"/>
              <a:t>2</a:t>
            </a:r>
            <a:endParaRPr lang="en-GB" dirty="0"/>
          </a:p>
        </p:txBody>
      </p:sp>
      <p:sp>
        <p:nvSpPr>
          <p:cNvPr id="5" name="Title 4">
            <a:extLst>
              <a:ext uri="{FF2B5EF4-FFF2-40B4-BE49-F238E27FC236}">
                <a16:creationId xmlns:a16="http://schemas.microsoft.com/office/drawing/2014/main" id="{B3FA3829-F12C-214D-8FBA-7E1A740F65CA}"/>
              </a:ext>
            </a:extLst>
          </p:cNvPr>
          <p:cNvSpPr>
            <a:spLocks noGrp="1"/>
          </p:cNvSpPr>
          <p:nvPr>
            <p:ph type="ctrTitle"/>
          </p:nvPr>
        </p:nvSpPr>
        <p:spPr>
          <a:xfrm>
            <a:off x="426480" y="1698305"/>
            <a:ext cx="11513753" cy="3579548"/>
          </a:xfrm>
        </p:spPr>
        <p:txBody>
          <a:bodyPr>
            <a:noAutofit/>
          </a:bodyPr>
          <a:lstStyle/>
          <a:p>
            <a:pPr>
              <a:lnSpc>
                <a:spcPct val="100000"/>
              </a:lnSpc>
            </a:pPr>
            <a:r>
              <a:rPr lang="en-US" sz="2400" b="0" dirty="0">
                <a:latin typeface="Calibri"/>
                <a:cs typeface="Calibri"/>
              </a:rPr>
              <a:t>This dataset is interesting to us because it provides school test performance data by grade, gender, and year of New York which shows the student achievement.  </a:t>
            </a:r>
            <a:br>
              <a:rPr lang="en-US" sz="2400" b="0" dirty="0">
                <a:latin typeface="Calibri" panose="020F0502020204030204" pitchFamily="34" charset="0"/>
                <a:cs typeface="Calibri" panose="020F0502020204030204" pitchFamily="34" charset="0"/>
              </a:rPr>
            </a:br>
            <a:br>
              <a:rPr lang="en-US" sz="2400" b="0" dirty="0">
                <a:latin typeface="Calibri" panose="020F0502020204030204" pitchFamily="34" charset="0"/>
                <a:cs typeface="Calibri" panose="020F0502020204030204" pitchFamily="34" charset="0"/>
              </a:rPr>
            </a:br>
            <a:r>
              <a:rPr lang="en-US" sz="2400" b="0" i="1" dirty="0">
                <a:solidFill>
                  <a:schemeClr val="accent2">
                    <a:lumMod val="75000"/>
                  </a:schemeClr>
                </a:solidFill>
                <a:latin typeface="Calibri"/>
                <a:cs typeface="Calibri"/>
              </a:rPr>
              <a:t>From the column headings in your dataset choose ONE independent * and ONE dependent variable . </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Independent variable is:  Demographic</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Independent variable datatype is Nominal/categorial</a:t>
            </a:r>
            <a:br>
              <a:rPr lang="en-US" sz="2400" b="0" dirty="0">
                <a:latin typeface="Calibri" panose="020F0502020204030204" pitchFamily="34" charset="0"/>
                <a:cs typeface="Calibri" panose="020F0502020204030204" pitchFamily="34" charset="0"/>
              </a:rPr>
            </a:br>
            <a:r>
              <a:rPr lang="en-US" sz="2400" b="0" dirty="0">
                <a:latin typeface="Calibri"/>
                <a:cs typeface="Calibri"/>
              </a:rPr>
              <a:t>Our Dependent variable is: Mean Scale Score</a:t>
            </a:r>
            <a:br>
              <a:rPr lang="en-US" sz="2400" b="0" dirty="0">
                <a:latin typeface="Calibri" panose="020F0502020204030204" pitchFamily="34" charset="0"/>
                <a:cs typeface="Calibri" panose="020F0502020204030204" pitchFamily="34" charset="0"/>
              </a:rPr>
            </a:br>
            <a:r>
              <a:rPr lang="en-US" sz="2400" b="0" dirty="0">
                <a:solidFill>
                  <a:srgbClr val="FF0000"/>
                </a:solidFill>
                <a:latin typeface="Calibri"/>
                <a:cs typeface="Calibri"/>
              </a:rPr>
              <a:t>                   </a:t>
            </a:r>
            <a:r>
              <a:rPr lang="en-US" sz="2400" b="0" dirty="0">
                <a:latin typeface="Calibri"/>
                <a:cs typeface="Calibri"/>
              </a:rPr>
              <a:t>This Dependent variable datatype is  Interval/measurement data</a:t>
            </a:r>
          </a:p>
        </p:txBody>
      </p:sp>
    </p:spTree>
    <p:extLst>
      <p:ext uri="{BB962C8B-B14F-4D97-AF65-F5344CB8AC3E}">
        <p14:creationId xmlns:p14="http://schemas.microsoft.com/office/powerpoint/2010/main" val="171800490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8E3CD731-5ACF-B002-247D-243F6E2149EC}"/>
              </a:ext>
            </a:extLst>
          </p:cNvPr>
          <p:cNvSpPr>
            <a:spLocks noGrp="1"/>
          </p:cNvSpPr>
          <p:nvPr>
            <p:ph type="subTitle" idx="1"/>
          </p:nvPr>
        </p:nvSpPr>
        <p:spPr>
          <a:xfrm>
            <a:off x="737937" y="1147638"/>
            <a:ext cx="9980977" cy="533868"/>
          </a:xfrm>
        </p:spPr>
        <p:txBody>
          <a:bodyPr/>
          <a:lstStyle/>
          <a:p>
            <a:pPr>
              <a:lnSpc>
                <a:spcPct val="100000"/>
              </a:lnSpc>
              <a:spcAft>
                <a:spcPts val="0"/>
              </a:spcAft>
            </a:pPr>
            <a:r>
              <a:rPr lang="en-GB" dirty="0"/>
              <a:t>Our Research Question is</a:t>
            </a:r>
            <a:endParaRPr lang="en-GB" sz="1800" dirty="0">
              <a:solidFill>
                <a:srgbClr val="FF0000"/>
              </a:solidFill>
            </a:endParaRPr>
          </a:p>
        </p:txBody>
      </p:sp>
      <p:sp>
        <p:nvSpPr>
          <p:cNvPr id="3" name="Footer Placeholder 2">
            <a:extLst>
              <a:ext uri="{FF2B5EF4-FFF2-40B4-BE49-F238E27FC236}">
                <a16:creationId xmlns:a16="http://schemas.microsoft.com/office/drawing/2014/main" id="{3C4D431B-7665-75B0-2D73-5BD588DCB766}"/>
              </a:ext>
            </a:extLst>
          </p:cNvPr>
          <p:cNvSpPr>
            <a:spLocks noGrp="1"/>
          </p:cNvSpPr>
          <p:nvPr>
            <p:ph type="ftr" sz="quarter" idx="11"/>
          </p:nvPr>
        </p:nvSpPr>
        <p:spPr>
          <a:xfrm>
            <a:off x="737937" y="819814"/>
            <a:ext cx="7176911" cy="230832"/>
          </a:xfrm>
        </p:spPr>
        <p:txBody>
          <a:bodyPr/>
          <a:lstStyle/>
          <a:p>
            <a:r>
              <a:rPr lang="en-GB" dirty="0"/>
              <a:t>PRE 7COM1079-2025  Student Group No:  Group A 196</a:t>
            </a:r>
          </a:p>
        </p:txBody>
      </p:sp>
      <p:sp>
        <p:nvSpPr>
          <p:cNvPr id="4" name="Slide Number Placeholder 3">
            <a:extLst>
              <a:ext uri="{FF2B5EF4-FFF2-40B4-BE49-F238E27FC236}">
                <a16:creationId xmlns:a16="http://schemas.microsoft.com/office/drawing/2014/main" id="{1625FA15-B17F-387B-E383-5505647ABB89}"/>
              </a:ext>
            </a:extLst>
          </p:cNvPr>
          <p:cNvSpPr>
            <a:spLocks noGrp="1"/>
          </p:cNvSpPr>
          <p:nvPr>
            <p:ph type="sldNum" sz="quarter" idx="12"/>
          </p:nvPr>
        </p:nvSpPr>
        <p:spPr>
          <a:xfrm>
            <a:off x="10616400" y="810072"/>
            <a:ext cx="622800" cy="230832"/>
          </a:xfrm>
        </p:spPr>
        <p:txBody>
          <a:bodyPr/>
          <a:lstStyle/>
          <a:p>
            <a:r>
              <a:rPr lang="en-US"/>
              <a:t>3</a:t>
            </a:r>
            <a:endParaRPr lang="en-GB"/>
          </a:p>
        </p:txBody>
      </p:sp>
      <p:sp>
        <p:nvSpPr>
          <p:cNvPr id="5" name="Title 4">
            <a:extLst>
              <a:ext uri="{FF2B5EF4-FFF2-40B4-BE49-F238E27FC236}">
                <a16:creationId xmlns:a16="http://schemas.microsoft.com/office/drawing/2014/main" id="{3440DA25-F620-152B-DE9E-776F7B74DFF0}"/>
              </a:ext>
            </a:extLst>
          </p:cNvPr>
          <p:cNvSpPr>
            <a:spLocks noGrp="1"/>
          </p:cNvSpPr>
          <p:nvPr>
            <p:ph type="ctrTitle"/>
          </p:nvPr>
        </p:nvSpPr>
        <p:spPr>
          <a:xfrm>
            <a:off x="737938" y="1893914"/>
            <a:ext cx="11085094" cy="3403841"/>
          </a:xfrm>
        </p:spPr>
        <p:txBody>
          <a:bodyPr>
            <a:noAutofit/>
          </a:bodyPr>
          <a:lstStyle/>
          <a:p>
            <a:pPr>
              <a:lnSpc>
                <a:spcPct val="100000"/>
              </a:lnSpc>
            </a:pPr>
            <a:r>
              <a:rPr lang="en-IE" sz="2400" dirty="0">
                <a:effectLst/>
                <a:latin typeface="Calibri"/>
                <a:ea typeface="Calibri" panose="020F0502020204030204" pitchFamily="34" charset="0"/>
                <a:cs typeface="Times New Roman"/>
              </a:rPr>
              <a:t>Template</a:t>
            </a:r>
            <a:r>
              <a:rPr lang="en-IE" sz="2400" baseline="30000" dirty="0">
                <a:effectLst/>
                <a:latin typeface="Calibri"/>
                <a:ea typeface="Calibri" panose="020F0502020204030204" pitchFamily="34" charset="0"/>
                <a:cs typeface="Times New Roman"/>
              </a:rPr>
              <a:t>2</a:t>
            </a:r>
            <a:r>
              <a:rPr lang="en-IE" sz="2400" dirty="0">
                <a:effectLst/>
                <a:latin typeface="Calibri"/>
                <a:ea typeface="Calibri" panose="020F0502020204030204" pitchFamily="34" charset="0"/>
                <a:cs typeface="Times New Roman"/>
              </a:rPr>
              <a:t> : </a:t>
            </a:r>
            <a:r>
              <a:rPr lang="en-IE" sz="2400" b="0" dirty="0">
                <a:effectLst/>
                <a:latin typeface="Calibri"/>
                <a:ea typeface="Calibri" panose="020F0502020204030204" pitchFamily="34" charset="0"/>
                <a:cs typeface="Times New Roman"/>
              </a:rPr>
              <a:t>Interval vs Nominal</a:t>
            </a:r>
            <a:r>
              <a:rPr lang="en-IE" sz="2400" b="0" dirty="0">
                <a:latin typeface="Calibri"/>
                <a:ea typeface="Calibri" panose="020F0502020204030204" pitchFamily="34" charset="0"/>
                <a:cs typeface="Times New Roman"/>
              </a:rPr>
              <a:t> </a:t>
            </a:r>
            <a:r>
              <a:rPr lang="en-IE" sz="2400" b="0" dirty="0">
                <a:effectLst/>
                <a:latin typeface="Calibri"/>
                <a:ea typeface="Calibri" panose="020F0502020204030204" pitchFamily="34" charset="0"/>
                <a:cs typeface="Times New Roman"/>
              </a:rPr>
              <a:t>data “is there a difference in the mean of  Mean Scale Score between Male and Female students”</a:t>
            </a: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1. </a:t>
            </a:r>
            <a:r>
              <a:rPr lang="en-GB" sz="2400" b="0" dirty="0">
                <a:latin typeface="Arial"/>
                <a:cs typeface="Arial"/>
              </a:rPr>
              <a:t>Null hypothesis (H</a:t>
            </a:r>
            <a:r>
              <a:rPr lang="en-GB" sz="2400" b="0" baseline="-25000" dirty="0">
                <a:latin typeface="Arial"/>
                <a:cs typeface="Arial"/>
              </a:rPr>
              <a:t>0</a:t>
            </a:r>
            <a:r>
              <a:rPr lang="en-GB" sz="2400" b="0" dirty="0">
                <a:latin typeface="Arial"/>
                <a:cs typeface="Arial"/>
              </a:rPr>
              <a:t>): There is no difference in the mean of the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2. </a:t>
            </a:r>
            <a:r>
              <a:rPr lang="en-GB" sz="2400" b="0" dirty="0">
                <a:latin typeface="Arial"/>
                <a:cs typeface="Arial"/>
              </a:rPr>
              <a:t>Alt hypothesis (H</a:t>
            </a:r>
            <a:r>
              <a:rPr lang="en-GB" sz="2400" b="0" baseline="-25000" dirty="0">
                <a:latin typeface="Arial"/>
                <a:cs typeface="Arial"/>
              </a:rPr>
              <a:t>1</a:t>
            </a:r>
            <a:r>
              <a:rPr lang="en-GB" sz="2400" b="0" dirty="0">
                <a:latin typeface="Arial"/>
                <a:cs typeface="Arial"/>
              </a:rPr>
              <a:t>): There is</a:t>
            </a:r>
            <a:r>
              <a:rPr lang="en-GB" sz="2400" dirty="0">
                <a:latin typeface="Arial"/>
                <a:cs typeface="Arial"/>
              </a:rPr>
              <a:t> </a:t>
            </a:r>
            <a:r>
              <a:rPr lang="en-GB" sz="2400" b="0" dirty="0">
                <a:latin typeface="Arial"/>
                <a:cs typeface="Arial"/>
              </a:rPr>
              <a:t>a</a:t>
            </a:r>
            <a:r>
              <a:rPr lang="en-GB" sz="2400" dirty="0">
                <a:latin typeface="Arial"/>
                <a:cs typeface="Arial"/>
              </a:rPr>
              <a:t> </a:t>
            </a:r>
            <a:r>
              <a:rPr lang="en-GB" sz="2400" b="0" dirty="0">
                <a:latin typeface="Arial"/>
                <a:cs typeface="Arial"/>
              </a:rPr>
              <a:t>difference in the mean of  the </a:t>
            </a:r>
            <a:r>
              <a:rPr lang="en-IE" sz="2400" b="0" dirty="0">
                <a:effectLst/>
                <a:latin typeface="Calibri"/>
                <a:ea typeface="Calibri" panose="020F0502020204030204" pitchFamily="34" charset="0"/>
                <a:cs typeface="Times New Roman"/>
              </a:rPr>
              <a:t>Mean Scale Score between Male and Female students.</a:t>
            </a: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r>
              <a:rPr lang="en-IE" sz="2400" b="0" dirty="0">
                <a:effectLst/>
                <a:latin typeface="Calibri"/>
                <a:ea typeface="Calibri" panose="020F0502020204030204" pitchFamily="34" charset="0"/>
                <a:cs typeface="Times New Roman"/>
              </a:rPr>
              <a:t>We  reject the null hypothesis (p = 4.22x10 </a:t>
            </a:r>
            <a:r>
              <a:rPr lang="en-IE" sz="2400" b="0" baseline="30000" dirty="0">
                <a:effectLst/>
                <a:latin typeface="Calibri"/>
                <a:ea typeface="Calibri" panose="020F0502020204030204" pitchFamily="34" charset="0"/>
                <a:cs typeface="Times New Roman"/>
              </a:rPr>
              <a:t>-42 </a:t>
            </a:r>
            <a:r>
              <a:rPr lang="en-IE" sz="2400" b="0" dirty="0">
                <a:effectLst/>
                <a:latin typeface="Calibri"/>
                <a:ea typeface="Calibri" panose="020F0502020204030204" pitchFamily="34" charset="0"/>
                <a:cs typeface="Times New Roman"/>
              </a:rPr>
              <a:t>) , confirming a significant difference by gender.</a:t>
            </a: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IE" sz="2400" b="0" dirty="0">
                <a:effectLst/>
                <a:latin typeface="Calibri"/>
                <a:ea typeface="Calibri" panose="020F0502020204030204" pitchFamily="34" charset="0"/>
                <a:cs typeface="Times New Roman"/>
              </a:rPr>
            </a:br>
            <a:br>
              <a:rPr lang="en-GB" sz="2400" dirty="0">
                <a:effectLst/>
                <a:latin typeface="Calibri" panose="020F0502020204030204" pitchFamily="34" charset="0"/>
                <a:ea typeface="Calibri" panose="020F0502020204030204" pitchFamily="34" charset="0"/>
                <a:cs typeface="Times New Roman" panose="02020603050405020304" pitchFamily="18" charset="0"/>
              </a:rPr>
            </a:br>
            <a:endParaRPr lang="en-GB" sz="2400" dirty="0">
              <a:solidFill>
                <a:srgbClr val="FF0000"/>
              </a:solidFill>
            </a:endParaRPr>
          </a:p>
        </p:txBody>
      </p:sp>
    </p:spTree>
    <p:extLst>
      <p:ext uri="{BB962C8B-B14F-4D97-AF65-F5344CB8AC3E}">
        <p14:creationId xmlns:p14="http://schemas.microsoft.com/office/powerpoint/2010/main" val="32494612"/>
      </p:ext>
    </p:extLst>
  </p:cSld>
  <p:clrMapOvr>
    <a:masterClrMapping/>
  </p:clrMapOvr>
</p:sld>
</file>

<file path=ppt/theme/theme1.xml><?xml version="1.0" encoding="utf-8"?>
<a:theme xmlns:a="http://schemas.openxmlformats.org/drawingml/2006/main" name="Herts Theme">
  <a:themeElements>
    <a:clrScheme name="Custom 2">
      <a:dk1>
        <a:srgbClr val="203232"/>
      </a:dk1>
      <a:lt1>
        <a:srgbClr val="FFFFFF"/>
      </a:lt1>
      <a:dk2>
        <a:srgbClr val="203232"/>
      </a:dk2>
      <a:lt2>
        <a:srgbClr val="FFFFFF"/>
      </a:lt2>
      <a:accent1>
        <a:srgbClr val="9C5FB5"/>
      </a:accent1>
      <a:accent2>
        <a:srgbClr val="00B9E4"/>
      </a:accent2>
      <a:accent3>
        <a:srgbClr val="F53F5B"/>
      </a:accent3>
      <a:accent4>
        <a:srgbClr val="0073CF"/>
      </a:accent4>
      <a:accent5>
        <a:srgbClr val="45B382"/>
      </a:accent5>
      <a:accent6>
        <a:srgbClr val="FFCF20"/>
      </a:accent6>
      <a:hlink>
        <a:srgbClr val="0073CF"/>
      </a:hlink>
      <a:folHlink>
        <a:srgbClr val="9C5FB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Information xmlns="4ad138b4-2b68-4b70-945d-07f8f18b1c9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26DBA85F447B164191BB36C258697B67" ma:contentTypeVersion="14" ma:contentTypeDescription="Create a new document." ma:contentTypeScope="" ma:versionID="ea511d05ca7f895fe9556935b5c9af34">
  <xsd:schema xmlns:xsd="http://www.w3.org/2001/XMLSchema" xmlns:xs="http://www.w3.org/2001/XMLSchema" xmlns:p="http://schemas.microsoft.com/office/2006/metadata/properties" xmlns:ns2="4ad138b4-2b68-4b70-945d-07f8f18b1c9a" xmlns:ns3="3c474641-ec36-472f-b125-6b1b0910eaa4" targetNamespace="http://schemas.microsoft.com/office/2006/metadata/properties" ma:root="true" ma:fieldsID="662270106d7a7e100bcac2c5f8d29899" ns2:_="" ns3:_="">
    <xsd:import namespace="4ad138b4-2b68-4b70-945d-07f8f18b1c9a"/>
    <xsd:import namespace="3c474641-ec36-472f-b125-6b1b0910eaa4"/>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Information"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d138b4-2b68-4b70-945d-07f8f18b1c9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Information" ma:index="12" nillable="true" ma:displayName="Information" ma:format="Dropdown" ma:internalName="Information">
      <xsd:simpleType>
        <xsd:restriction base="dms:Text">
          <xsd:maxLength value="255"/>
        </xsd:restrictio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c474641-ec36-472f-b125-6b1b0910eaa4"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DD1FC41-23C7-41B0-B5F9-BF4CD38AD2ED}">
  <ds:schemaRefs>
    <ds:schemaRef ds:uri="3c474641-ec36-472f-b125-6b1b0910eaa4"/>
    <ds:schemaRef ds:uri="4ad138b4-2b68-4b70-945d-07f8f18b1c9a"/>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421B8C57-903D-4D0E-8336-7B512F760CD1}">
  <ds:schemaRefs>
    <ds:schemaRef ds:uri="3c474641-ec36-472f-b125-6b1b0910eaa4"/>
    <ds:schemaRef ds:uri="4ad138b4-2b68-4b70-945d-07f8f18b1c9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91C521DD-2673-4EE6-BB9B-DC5C3320FFB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306</TotalTime>
  <Words>541</Words>
  <Application>Microsoft Office PowerPoint</Application>
  <PresentationFormat>Widescreen</PresentationFormat>
  <Paragraphs>23</Paragraphs>
  <Slides>4</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Herts Theme</vt:lpstr>
      <vt:lpstr>Research Question –  Tutorial Presentation for Feedback Date: 1/12/2025 </vt:lpstr>
      <vt:lpstr>In our research question we will use the Demographic and  Mean Scale Score columns. Sample Dataset       Tell us how many rows your dataset has 68028 rows and 16 columns.</vt:lpstr>
      <vt:lpstr>This dataset is interesting to us because it provides school test performance data by grade, gender, and year of New York which shows the student achievement.    From the column headings in your dataset choose ONE independent * and ONE dependent variable .  Our  Independent variable is:  Demographic                    This  Independent variable datatype is Nominal/categorial Our Dependent variable is: Mean Scale Score                    This Dependent variable datatype is  Interval/measurement data</vt:lpstr>
      <vt:lpstr>Template2 : Interval vs Nominal data “is there a difference in the mean of  Mean Scale Score between Male and Female students”  1. Null hypothesis (H0): There is no difference in the mean of the Mean Scale Score between Male and Female students. 2. Alt hypothesis (H1): There is a difference in the mean of  the Mean Scale Score between Male and Female students.  We  reject the null hypothesis (p = 4.22x10 -42 ) , confirming a significant difference by gender.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Joanne Harwood</dc:creator>
  <cp:lastModifiedBy>brittofernandez88@gmail.com</cp:lastModifiedBy>
  <cp:revision>131</cp:revision>
  <dcterms:created xsi:type="dcterms:W3CDTF">2019-10-01T08:37:56Z</dcterms:created>
  <dcterms:modified xsi:type="dcterms:W3CDTF">2025-11-30T21:06:04Z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0x01010026DBA85F447B164191BB36C258697B67</vt:lpwstr>
  </property>
</Properties>
</file>